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96"/>
  </p:normalViewPr>
  <p:slideViewPr>
    <p:cSldViewPr snapToGrid="0" snapToObjects="1">
      <p:cViewPr varScale="1">
        <p:scale>
          <a:sx n="105" d="100"/>
          <a:sy n="105" d="100"/>
        </p:scale>
        <p:origin x="5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FEB286-A064-4273-A180-6CB73B0F3E11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FC4CAF4-7CF5-4726-9AA2-D5284FB6904E}">
      <dgm:prSet/>
      <dgm:spPr/>
      <dgm:t>
        <a:bodyPr/>
        <a:lstStyle/>
        <a:p>
          <a:r>
            <a:rPr lang="en-US"/>
            <a:t>Revenue</a:t>
          </a:r>
        </a:p>
      </dgm:t>
    </dgm:pt>
    <dgm:pt modelId="{429C0C3B-27E0-4734-9BC3-10DE2ED2618B}" type="parTrans" cxnId="{D07B291F-AD12-443F-8A25-07B8505DC8F9}">
      <dgm:prSet/>
      <dgm:spPr/>
      <dgm:t>
        <a:bodyPr/>
        <a:lstStyle/>
        <a:p>
          <a:endParaRPr lang="en-US"/>
        </a:p>
      </dgm:t>
    </dgm:pt>
    <dgm:pt modelId="{6322C480-37F4-4A4D-A611-52B0009C2FAC}" type="sibTrans" cxnId="{D07B291F-AD12-443F-8A25-07B8505DC8F9}">
      <dgm:prSet/>
      <dgm:spPr/>
      <dgm:t>
        <a:bodyPr/>
        <a:lstStyle/>
        <a:p>
          <a:endParaRPr lang="en-US"/>
        </a:p>
      </dgm:t>
    </dgm:pt>
    <dgm:pt modelId="{71DDD839-7999-4E1D-87C2-60E6A83259C2}">
      <dgm:prSet/>
      <dgm:spPr/>
      <dgm:t>
        <a:bodyPr/>
        <a:lstStyle/>
        <a:p>
          <a:r>
            <a:rPr lang="en-US"/>
            <a:t>ROAS</a:t>
          </a:r>
        </a:p>
      </dgm:t>
    </dgm:pt>
    <dgm:pt modelId="{60416F14-D12D-4DB2-BBFB-04D0EE545A06}" type="parTrans" cxnId="{481F740E-9E9D-4551-ADE0-98579C7CEEC2}">
      <dgm:prSet/>
      <dgm:spPr/>
      <dgm:t>
        <a:bodyPr/>
        <a:lstStyle/>
        <a:p>
          <a:endParaRPr lang="en-US"/>
        </a:p>
      </dgm:t>
    </dgm:pt>
    <dgm:pt modelId="{34A454DB-2F4E-4086-A803-150B2ED16749}" type="sibTrans" cxnId="{481F740E-9E9D-4551-ADE0-98579C7CEEC2}">
      <dgm:prSet/>
      <dgm:spPr/>
      <dgm:t>
        <a:bodyPr/>
        <a:lstStyle/>
        <a:p>
          <a:endParaRPr lang="en-US"/>
        </a:p>
      </dgm:t>
    </dgm:pt>
    <dgm:pt modelId="{283F27F1-EEA7-4BEC-8322-4660BF8EB42D}">
      <dgm:prSet/>
      <dgm:spPr/>
      <dgm:t>
        <a:bodyPr/>
        <a:lstStyle/>
        <a:p>
          <a:r>
            <a:rPr lang="en-US"/>
            <a:t>Conversion Rate</a:t>
          </a:r>
        </a:p>
      </dgm:t>
    </dgm:pt>
    <dgm:pt modelId="{0D466644-863D-4E98-8437-8475AC144352}" type="parTrans" cxnId="{9748E49C-DFE0-467E-B28C-D6851317DF5B}">
      <dgm:prSet/>
      <dgm:spPr/>
      <dgm:t>
        <a:bodyPr/>
        <a:lstStyle/>
        <a:p>
          <a:endParaRPr lang="en-US"/>
        </a:p>
      </dgm:t>
    </dgm:pt>
    <dgm:pt modelId="{09133F9C-3D43-4201-8C19-B5E971D39F5F}" type="sibTrans" cxnId="{9748E49C-DFE0-467E-B28C-D6851317DF5B}">
      <dgm:prSet/>
      <dgm:spPr/>
      <dgm:t>
        <a:bodyPr/>
        <a:lstStyle/>
        <a:p>
          <a:endParaRPr lang="en-US"/>
        </a:p>
      </dgm:t>
    </dgm:pt>
    <dgm:pt modelId="{7766CD8A-EDFE-433D-B090-E69C26596FD5}">
      <dgm:prSet/>
      <dgm:spPr/>
      <dgm:t>
        <a:bodyPr/>
        <a:lstStyle/>
        <a:p>
          <a:r>
            <a:rPr lang="en-US"/>
            <a:t>Retention</a:t>
          </a:r>
        </a:p>
      </dgm:t>
    </dgm:pt>
    <dgm:pt modelId="{795D45DF-B00B-4CB0-85D7-46794ACD9405}" type="parTrans" cxnId="{12368104-EE8F-4E40-BEC3-AE3A975419E1}">
      <dgm:prSet/>
      <dgm:spPr/>
      <dgm:t>
        <a:bodyPr/>
        <a:lstStyle/>
        <a:p>
          <a:endParaRPr lang="en-US"/>
        </a:p>
      </dgm:t>
    </dgm:pt>
    <dgm:pt modelId="{CE3CA46C-A1C4-4DC6-BBC3-2CD8DE61FAF4}" type="sibTrans" cxnId="{12368104-EE8F-4E40-BEC3-AE3A975419E1}">
      <dgm:prSet/>
      <dgm:spPr/>
      <dgm:t>
        <a:bodyPr/>
        <a:lstStyle/>
        <a:p>
          <a:endParaRPr lang="en-US"/>
        </a:p>
      </dgm:t>
    </dgm:pt>
    <dgm:pt modelId="{98552428-DE5C-4A6B-B4A5-D4B65F6897C2}">
      <dgm:prSet/>
      <dgm:spPr/>
      <dgm:t>
        <a:bodyPr/>
        <a:lstStyle/>
        <a:p>
          <a:r>
            <a:rPr lang="en-US"/>
            <a:t>Orders</a:t>
          </a:r>
        </a:p>
      </dgm:t>
    </dgm:pt>
    <dgm:pt modelId="{1AE5717A-019C-4884-A7C2-26B1A3DA6919}" type="parTrans" cxnId="{32F1346E-92BE-477D-8091-4B95181B87C1}">
      <dgm:prSet/>
      <dgm:spPr/>
      <dgm:t>
        <a:bodyPr/>
        <a:lstStyle/>
        <a:p>
          <a:endParaRPr lang="en-US"/>
        </a:p>
      </dgm:t>
    </dgm:pt>
    <dgm:pt modelId="{38C3297F-836A-40A6-964D-D147AE933546}" type="sibTrans" cxnId="{32F1346E-92BE-477D-8091-4B95181B87C1}">
      <dgm:prSet/>
      <dgm:spPr/>
      <dgm:t>
        <a:bodyPr/>
        <a:lstStyle/>
        <a:p>
          <a:endParaRPr lang="en-US"/>
        </a:p>
      </dgm:t>
    </dgm:pt>
    <dgm:pt modelId="{A60FBAC9-B74D-4AA8-BE07-5AACA96DCDA1}">
      <dgm:prSet/>
      <dgm:spPr/>
      <dgm:t>
        <a:bodyPr/>
        <a:lstStyle/>
        <a:p>
          <a:r>
            <a:rPr lang="en-US"/>
            <a:t>SEO Performance</a:t>
          </a:r>
        </a:p>
      </dgm:t>
    </dgm:pt>
    <dgm:pt modelId="{F3544E36-377C-4AD8-B845-73447CD74FEE}" type="parTrans" cxnId="{E4BA1DE8-12EF-4E3C-81E8-72B89F8D0370}">
      <dgm:prSet/>
      <dgm:spPr/>
      <dgm:t>
        <a:bodyPr/>
        <a:lstStyle/>
        <a:p>
          <a:endParaRPr lang="en-US"/>
        </a:p>
      </dgm:t>
    </dgm:pt>
    <dgm:pt modelId="{33821910-762C-4EE8-86FA-E9F44BFED02D}" type="sibTrans" cxnId="{E4BA1DE8-12EF-4E3C-81E8-72B89F8D0370}">
      <dgm:prSet/>
      <dgm:spPr/>
      <dgm:t>
        <a:bodyPr/>
        <a:lstStyle/>
        <a:p>
          <a:endParaRPr lang="en-US"/>
        </a:p>
      </dgm:t>
    </dgm:pt>
    <dgm:pt modelId="{7DB6A3D5-96F3-4779-A271-69ADA1DE8999}">
      <dgm:prSet/>
      <dgm:spPr/>
      <dgm:t>
        <a:bodyPr/>
        <a:lstStyle/>
        <a:p>
          <a:r>
            <a:rPr lang="en-US"/>
            <a:t>SEM Spend Efficiency</a:t>
          </a:r>
        </a:p>
      </dgm:t>
    </dgm:pt>
    <dgm:pt modelId="{CD662B9E-08AC-473E-AAC6-439D5D59092B}" type="parTrans" cxnId="{410C4765-AEBC-4495-8F3D-583AD3E15AE1}">
      <dgm:prSet/>
      <dgm:spPr/>
      <dgm:t>
        <a:bodyPr/>
        <a:lstStyle/>
        <a:p>
          <a:endParaRPr lang="en-US"/>
        </a:p>
      </dgm:t>
    </dgm:pt>
    <dgm:pt modelId="{921F211A-225E-4107-92F1-44D334DCDDC4}" type="sibTrans" cxnId="{410C4765-AEBC-4495-8F3D-583AD3E15AE1}">
      <dgm:prSet/>
      <dgm:spPr/>
      <dgm:t>
        <a:bodyPr/>
        <a:lstStyle/>
        <a:p>
          <a:endParaRPr lang="en-US"/>
        </a:p>
      </dgm:t>
    </dgm:pt>
    <dgm:pt modelId="{845D3918-FEE9-EB40-A59C-3C1D9AA0781B}" type="pres">
      <dgm:prSet presAssocID="{52FEB286-A064-4273-A180-6CB73B0F3E11}" presName="diagram" presStyleCnt="0">
        <dgm:presLayoutVars>
          <dgm:dir/>
          <dgm:resizeHandles val="exact"/>
        </dgm:presLayoutVars>
      </dgm:prSet>
      <dgm:spPr/>
    </dgm:pt>
    <dgm:pt modelId="{1A54F247-7210-8D46-BEC7-71170BB698A6}" type="pres">
      <dgm:prSet presAssocID="{3FC4CAF4-7CF5-4726-9AA2-D5284FB6904E}" presName="node" presStyleLbl="node1" presStyleIdx="0" presStyleCnt="7">
        <dgm:presLayoutVars>
          <dgm:bulletEnabled val="1"/>
        </dgm:presLayoutVars>
      </dgm:prSet>
      <dgm:spPr/>
    </dgm:pt>
    <dgm:pt modelId="{B386DEB1-55F5-184C-9072-7179ECB32F68}" type="pres">
      <dgm:prSet presAssocID="{6322C480-37F4-4A4D-A611-52B0009C2FAC}" presName="sibTrans" presStyleCnt="0"/>
      <dgm:spPr/>
    </dgm:pt>
    <dgm:pt modelId="{17976516-7FE9-AE4A-9D43-A0A9BDD2D589}" type="pres">
      <dgm:prSet presAssocID="{71DDD839-7999-4E1D-87C2-60E6A83259C2}" presName="node" presStyleLbl="node1" presStyleIdx="1" presStyleCnt="7">
        <dgm:presLayoutVars>
          <dgm:bulletEnabled val="1"/>
        </dgm:presLayoutVars>
      </dgm:prSet>
      <dgm:spPr/>
    </dgm:pt>
    <dgm:pt modelId="{F07D33ED-5B6E-7A44-99C8-1C2FFAC54B6C}" type="pres">
      <dgm:prSet presAssocID="{34A454DB-2F4E-4086-A803-150B2ED16749}" presName="sibTrans" presStyleCnt="0"/>
      <dgm:spPr/>
    </dgm:pt>
    <dgm:pt modelId="{3A87924D-5CEA-054C-9AFD-FBE90DFE0AB2}" type="pres">
      <dgm:prSet presAssocID="{283F27F1-EEA7-4BEC-8322-4660BF8EB42D}" presName="node" presStyleLbl="node1" presStyleIdx="2" presStyleCnt="7">
        <dgm:presLayoutVars>
          <dgm:bulletEnabled val="1"/>
        </dgm:presLayoutVars>
      </dgm:prSet>
      <dgm:spPr/>
    </dgm:pt>
    <dgm:pt modelId="{3A82B99A-44C0-0C4D-9BFD-C3E9C9C27E5C}" type="pres">
      <dgm:prSet presAssocID="{09133F9C-3D43-4201-8C19-B5E971D39F5F}" presName="sibTrans" presStyleCnt="0"/>
      <dgm:spPr/>
    </dgm:pt>
    <dgm:pt modelId="{E210DA43-815F-1E44-BEB8-91D0DF024D1A}" type="pres">
      <dgm:prSet presAssocID="{7766CD8A-EDFE-433D-B090-E69C26596FD5}" presName="node" presStyleLbl="node1" presStyleIdx="3" presStyleCnt="7">
        <dgm:presLayoutVars>
          <dgm:bulletEnabled val="1"/>
        </dgm:presLayoutVars>
      </dgm:prSet>
      <dgm:spPr/>
    </dgm:pt>
    <dgm:pt modelId="{3B8E7397-47E0-0049-B094-F321537D7563}" type="pres">
      <dgm:prSet presAssocID="{CE3CA46C-A1C4-4DC6-BBC3-2CD8DE61FAF4}" presName="sibTrans" presStyleCnt="0"/>
      <dgm:spPr/>
    </dgm:pt>
    <dgm:pt modelId="{312F433F-34DB-6942-953C-EB613C406FE6}" type="pres">
      <dgm:prSet presAssocID="{98552428-DE5C-4A6B-B4A5-D4B65F6897C2}" presName="node" presStyleLbl="node1" presStyleIdx="4" presStyleCnt="7">
        <dgm:presLayoutVars>
          <dgm:bulletEnabled val="1"/>
        </dgm:presLayoutVars>
      </dgm:prSet>
      <dgm:spPr/>
    </dgm:pt>
    <dgm:pt modelId="{D77DF501-6BA0-CC4E-83E0-06137AE0A689}" type="pres">
      <dgm:prSet presAssocID="{38C3297F-836A-40A6-964D-D147AE933546}" presName="sibTrans" presStyleCnt="0"/>
      <dgm:spPr/>
    </dgm:pt>
    <dgm:pt modelId="{72050F16-CAD7-AA46-BAC5-CE56ABFF7D84}" type="pres">
      <dgm:prSet presAssocID="{A60FBAC9-B74D-4AA8-BE07-5AACA96DCDA1}" presName="node" presStyleLbl="node1" presStyleIdx="5" presStyleCnt="7">
        <dgm:presLayoutVars>
          <dgm:bulletEnabled val="1"/>
        </dgm:presLayoutVars>
      </dgm:prSet>
      <dgm:spPr/>
    </dgm:pt>
    <dgm:pt modelId="{5FADD38A-C434-5B4F-A86B-209670F9AB5F}" type="pres">
      <dgm:prSet presAssocID="{33821910-762C-4EE8-86FA-E9F44BFED02D}" presName="sibTrans" presStyleCnt="0"/>
      <dgm:spPr/>
    </dgm:pt>
    <dgm:pt modelId="{9924E89D-70E9-6141-AD96-44CC17543C1B}" type="pres">
      <dgm:prSet presAssocID="{7DB6A3D5-96F3-4779-A271-69ADA1DE8999}" presName="node" presStyleLbl="node1" presStyleIdx="6" presStyleCnt="7">
        <dgm:presLayoutVars>
          <dgm:bulletEnabled val="1"/>
        </dgm:presLayoutVars>
      </dgm:prSet>
      <dgm:spPr/>
    </dgm:pt>
  </dgm:ptLst>
  <dgm:cxnLst>
    <dgm:cxn modelId="{12368104-EE8F-4E40-BEC3-AE3A975419E1}" srcId="{52FEB286-A064-4273-A180-6CB73B0F3E11}" destId="{7766CD8A-EDFE-433D-B090-E69C26596FD5}" srcOrd="3" destOrd="0" parTransId="{795D45DF-B00B-4CB0-85D7-46794ACD9405}" sibTransId="{CE3CA46C-A1C4-4DC6-BBC3-2CD8DE61FAF4}"/>
    <dgm:cxn modelId="{481F740E-9E9D-4551-ADE0-98579C7CEEC2}" srcId="{52FEB286-A064-4273-A180-6CB73B0F3E11}" destId="{71DDD839-7999-4E1D-87C2-60E6A83259C2}" srcOrd="1" destOrd="0" parTransId="{60416F14-D12D-4DB2-BBFB-04D0EE545A06}" sibTransId="{34A454DB-2F4E-4086-A803-150B2ED16749}"/>
    <dgm:cxn modelId="{1D55DD0F-7750-D54E-A3E3-944747F2CC58}" type="presOf" srcId="{71DDD839-7999-4E1D-87C2-60E6A83259C2}" destId="{17976516-7FE9-AE4A-9D43-A0A9BDD2D589}" srcOrd="0" destOrd="0" presId="urn:microsoft.com/office/officeart/2005/8/layout/default"/>
    <dgm:cxn modelId="{D07B291F-AD12-443F-8A25-07B8505DC8F9}" srcId="{52FEB286-A064-4273-A180-6CB73B0F3E11}" destId="{3FC4CAF4-7CF5-4726-9AA2-D5284FB6904E}" srcOrd="0" destOrd="0" parTransId="{429C0C3B-27E0-4734-9BC3-10DE2ED2618B}" sibTransId="{6322C480-37F4-4A4D-A611-52B0009C2FAC}"/>
    <dgm:cxn modelId="{99EB0A37-A227-2649-B1B9-4E615482FEC2}" type="presOf" srcId="{7DB6A3D5-96F3-4779-A271-69ADA1DE8999}" destId="{9924E89D-70E9-6141-AD96-44CC17543C1B}" srcOrd="0" destOrd="0" presId="urn:microsoft.com/office/officeart/2005/8/layout/default"/>
    <dgm:cxn modelId="{EC47365B-2CEC-7344-9616-C7DF79801AA1}" type="presOf" srcId="{3FC4CAF4-7CF5-4726-9AA2-D5284FB6904E}" destId="{1A54F247-7210-8D46-BEC7-71170BB698A6}" srcOrd="0" destOrd="0" presId="urn:microsoft.com/office/officeart/2005/8/layout/default"/>
    <dgm:cxn modelId="{410C4765-AEBC-4495-8F3D-583AD3E15AE1}" srcId="{52FEB286-A064-4273-A180-6CB73B0F3E11}" destId="{7DB6A3D5-96F3-4779-A271-69ADA1DE8999}" srcOrd="6" destOrd="0" parTransId="{CD662B9E-08AC-473E-AAC6-439D5D59092B}" sibTransId="{921F211A-225E-4107-92F1-44D334DCDDC4}"/>
    <dgm:cxn modelId="{32F1346E-92BE-477D-8091-4B95181B87C1}" srcId="{52FEB286-A064-4273-A180-6CB73B0F3E11}" destId="{98552428-DE5C-4A6B-B4A5-D4B65F6897C2}" srcOrd="4" destOrd="0" parTransId="{1AE5717A-019C-4884-A7C2-26B1A3DA6919}" sibTransId="{38C3297F-836A-40A6-964D-D147AE933546}"/>
    <dgm:cxn modelId="{067A298A-AE6A-134A-8B00-33EBC682F3AB}" type="presOf" srcId="{A60FBAC9-B74D-4AA8-BE07-5AACA96DCDA1}" destId="{72050F16-CAD7-AA46-BAC5-CE56ABFF7D84}" srcOrd="0" destOrd="0" presId="urn:microsoft.com/office/officeart/2005/8/layout/default"/>
    <dgm:cxn modelId="{9748E49C-DFE0-467E-B28C-D6851317DF5B}" srcId="{52FEB286-A064-4273-A180-6CB73B0F3E11}" destId="{283F27F1-EEA7-4BEC-8322-4660BF8EB42D}" srcOrd="2" destOrd="0" parTransId="{0D466644-863D-4E98-8437-8475AC144352}" sibTransId="{09133F9C-3D43-4201-8C19-B5E971D39F5F}"/>
    <dgm:cxn modelId="{3779E4AD-FE50-FA4B-A36D-3547B9D98701}" type="presOf" srcId="{7766CD8A-EDFE-433D-B090-E69C26596FD5}" destId="{E210DA43-815F-1E44-BEB8-91D0DF024D1A}" srcOrd="0" destOrd="0" presId="urn:microsoft.com/office/officeart/2005/8/layout/default"/>
    <dgm:cxn modelId="{16B010B3-DDB6-E84C-B1F9-CB46E44B18F9}" type="presOf" srcId="{52FEB286-A064-4273-A180-6CB73B0F3E11}" destId="{845D3918-FEE9-EB40-A59C-3C1D9AA0781B}" srcOrd="0" destOrd="0" presId="urn:microsoft.com/office/officeart/2005/8/layout/default"/>
    <dgm:cxn modelId="{CF23B4B3-17B7-994B-B41B-38A6CF3C58E1}" type="presOf" srcId="{98552428-DE5C-4A6B-B4A5-D4B65F6897C2}" destId="{312F433F-34DB-6942-953C-EB613C406FE6}" srcOrd="0" destOrd="0" presId="urn:microsoft.com/office/officeart/2005/8/layout/default"/>
    <dgm:cxn modelId="{D0577DC1-4C77-7648-94E4-0AF1507E92C8}" type="presOf" srcId="{283F27F1-EEA7-4BEC-8322-4660BF8EB42D}" destId="{3A87924D-5CEA-054C-9AFD-FBE90DFE0AB2}" srcOrd="0" destOrd="0" presId="urn:microsoft.com/office/officeart/2005/8/layout/default"/>
    <dgm:cxn modelId="{E4BA1DE8-12EF-4E3C-81E8-72B89F8D0370}" srcId="{52FEB286-A064-4273-A180-6CB73B0F3E11}" destId="{A60FBAC9-B74D-4AA8-BE07-5AACA96DCDA1}" srcOrd="5" destOrd="0" parTransId="{F3544E36-377C-4AD8-B845-73447CD74FEE}" sibTransId="{33821910-762C-4EE8-86FA-E9F44BFED02D}"/>
    <dgm:cxn modelId="{CA71AFBC-5EDC-7A4E-8AD9-9A1B29D33229}" type="presParOf" srcId="{845D3918-FEE9-EB40-A59C-3C1D9AA0781B}" destId="{1A54F247-7210-8D46-BEC7-71170BB698A6}" srcOrd="0" destOrd="0" presId="urn:microsoft.com/office/officeart/2005/8/layout/default"/>
    <dgm:cxn modelId="{F5B85138-8AEB-F94F-B25D-C09CCE81FB5E}" type="presParOf" srcId="{845D3918-FEE9-EB40-A59C-3C1D9AA0781B}" destId="{B386DEB1-55F5-184C-9072-7179ECB32F68}" srcOrd="1" destOrd="0" presId="urn:microsoft.com/office/officeart/2005/8/layout/default"/>
    <dgm:cxn modelId="{5BC97F19-8518-9C4B-9226-6A9EBEF78B8C}" type="presParOf" srcId="{845D3918-FEE9-EB40-A59C-3C1D9AA0781B}" destId="{17976516-7FE9-AE4A-9D43-A0A9BDD2D589}" srcOrd="2" destOrd="0" presId="urn:microsoft.com/office/officeart/2005/8/layout/default"/>
    <dgm:cxn modelId="{DD80B951-047E-D340-939B-757FD25F45E6}" type="presParOf" srcId="{845D3918-FEE9-EB40-A59C-3C1D9AA0781B}" destId="{F07D33ED-5B6E-7A44-99C8-1C2FFAC54B6C}" srcOrd="3" destOrd="0" presId="urn:microsoft.com/office/officeart/2005/8/layout/default"/>
    <dgm:cxn modelId="{13BB0842-28BB-8F49-B2A1-9CC16E19087F}" type="presParOf" srcId="{845D3918-FEE9-EB40-A59C-3C1D9AA0781B}" destId="{3A87924D-5CEA-054C-9AFD-FBE90DFE0AB2}" srcOrd="4" destOrd="0" presId="urn:microsoft.com/office/officeart/2005/8/layout/default"/>
    <dgm:cxn modelId="{F8F61EAA-2DA7-1447-90FE-DEE0FEC600E0}" type="presParOf" srcId="{845D3918-FEE9-EB40-A59C-3C1D9AA0781B}" destId="{3A82B99A-44C0-0C4D-9BFD-C3E9C9C27E5C}" srcOrd="5" destOrd="0" presId="urn:microsoft.com/office/officeart/2005/8/layout/default"/>
    <dgm:cxn modelId="{D8A9D8F6-AE6A-6C4C-BE92-6AE0B0176AE1}" type="presParOf" srcId="{845D3918-FEE9-EB40-A59C-3C1D9AA0781B}" destId="{E210DA43-815F-1E44-BEB8-91D0DF024D1A}" srcOrd="6" destOrd="0" presId="urn:microsoft.com/office/officeart/2005/8/layout/default"/>
    <dgm:cxn modelId="{CF72CC5E-44E9-2C4F-B31D-6BEA5EE14D73}" type="presParOf" srcId="{845D3918-FEE9-EB40-A59C-3C1D9AA0781B}" destId="{3B8E7397-47E0-0049-B094-F321537D7563}" srcOrd="7" destOrd="0" presId="urn:microsoft.com/office/officeart/2005/8/layout/default"/>
    <dgm:cxn modelId="{B8C98EAF-EDC8-314F-A4FE-7B6F1E782C5C}" type="presParOf" srcId="{845D3918-FEE9-EB40-A59C-3C1D9AA0781B}" destId="{312F433F-34DB-6942-953C-EB613C406FE6}" srcOrd="8" destOrd="0" presId="urn:microsoft.com/office/officeart/2005/8/layout/default"/>
    <dgm:cxn modelId="{4D751446-5B6D-FA48-8C98-420D47B7F09E}" type="presParOf" srcId="{845D3918-FEE9-EB40-A59C-3C1D9AA0781B}" destId="{D77DF501-6BA0-CC4E-83E0-06137AE0A689}" srcOrd="9" destOrd="0" presId="urn:microsoft.com/office/officeart/2005/8/layout/default"/>
    <dgm:cxn modelId="{54AA9C89-D8EF-2241-A807-45030E4A5063}" type="presParOf" srcId="{845D3918-FEE9-EB40-A59C-3C1D9AA0781B}" destId="{72050F16-CAD7-AA46-BAC5-CE56ABFF7D84}" srcOrd="10" destOrd="0" presId="urn:microsoft.com/office/officeart/2005/8/layout/default"/>
    <dgm:cxn modelId="{A6E895D2-4B63-7B47-AEC1-84E435559B5C}" type="presParOf" srcId="{845D3918-FEE9-EB40-A59C-3C1D9AA0781B}" destId="{5FADD38A-C434-5B4F-A86B-209670F9AB5F}" srcOrd="11" destOrd="0" presId="urn:microsoft.com/office/officeart/2005/8/layout/default"/>
    <dgm:cxn modelId="{E7F7C68D-86D7-E348-AB8C-572632B05CC6}" type="presParOf" srcId="{845D3918-FEE9-EB40-A59C-3C1D9AA0781B}" destId="{9924E89D-70E9-6141-AD96-44CC17543C1B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139DFD-F94A-4DD6-9AC6-72204746F91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D87CC72-C7EF-46B3-951B-E965D913C663}">
      <dgm:prSet/>
      <dgm:spPr/>
      <dgm:t>
        <a:bodyPr/>
        <a:lstStyle/>
        <a:p>
          <a:pPr>
            <a:defRPr cap="all"/>
          </a:pPr>
          <a:r>
            <a:rPr lang="en-US"/>
            <a:t>Increase investment in high-performing channels.</a:t>
          </a:r>
        </a:p>
      </dgm:t>
    </dgm:pt>
    <dgm:pt modelId="{8D09F080-A208-4474-B690-6B3A416607DE}" type="parTrans" cxnId="{1DD3AA3F-BD20-4252-AC86-69443C2EB65F}">
      <dgm:prSet/>
      <dgm:spPr/>
      <dgm:t>
        <a:bodyPr/>
        <a:lstStyle/>
        <a:p>
          <a:endParaRPr lang="en-US"/>
        </a:p>
      </dgm:t>
    </dgm:pt>
    <dgm:pt modelId="{B18EA478-712D-4C2E-831A-970368EFA487}" type="sibTrans" cxnId="{1DD3AA3F-BD20-4252-AC86-69443C2EB65F}">
      <dgm:prSet/>
      <dgm:spPr/>
      <dgm:t>
        <a:bodyPr/>
        <a:lstStyle/>
        <a:p>
          <a:endParaRPr lang="en-US"/>
        </a:p>
      </dgm:t>
    </dgm:pt>
    <dgm:pt modelId="{4DFF1F6F-C2B6-48B5-98EB-B767FBC3F8FC}">
      <dgm:prSet/>
      <dgm:spPr/>
      <dgm:t>
        <a:bodyPr/>
        <a:lstStyle/>
        <a:p>
          <a:pPr>
            <a:defRPr cap="all"/>
          </a:pPr>
          <a:r>
            <a:rPr lang="en-US"/>
            <a:t>Improve checkout conversion flow.</a:t>
          </a:r>
        </a:p>
      </dgm:t>
    </dgm:pt>
    <dgm:pt modelId="{70E0BD05-7244-4416-B84A-E91D6B60143E}" type="parTrans" cxnId="{664849C7-2941-4150-A4A9-9F99400126FB}">
      <dgm:prSet/>
      <dgm:spPr/>
      <dgm:t>
        <a:bodyPr/>
        <a:lstStyle/>
        <a:p>
          <a:endParaRPr lang="en-US"/>
        </a:p>
      </dgm:t>
    </dgm:pt>
    <dgm:pt modelId="{4D217A3A-483D-4C2A-BB80-629C74D32DC0}" type="sibTrans" cxnId="{664849C7-2941-4150-A4A9-9F99400126FB}">
      <dgm:prSet/>
      <dgm:spPr/>
      <dgm:t>
        <a:bodyPr/>
        <a:lstStyle/>
        <a:p>
          <a:endParaRPr lang="en-US"/>
        </a:p>
      </dgm:t>
    </dgm:pt>
    <dgm:pt modelId="{215EB9D7-6E98-4061-A938-9CBBD7994F24}">
      <dgm:prSet/>
      <dgm:spPr/>
      <dgm:t>
        <a:bodyPr/>
        <a:lstStyle/>
        <a:p>
          <a:pPr>
            <a:defRPr cap="all"/>
          </a:pPr>
          <a:r>
            <a:rPr lang="en-US"/>
            <a:t>Expand SEO content strategy.</a:t>
          </a:r>
        </a:p>
      </dgm:t>
    </dgm:pt>
    <dgm:pt modelId="{0D33127B-083E-4888-8C01-6FF7B71DB81B}" type="parTrans" cxnId="{B50B393F-2C8A-463D-B672-BE3209A98CB3}">
      <dgm:prSet/>
      <dgm:spPr/>
      <dgm:t>
        <a:bodyPr/>
        <a:lstStyle/>
        <a:p>
          <a:endParaRPr lang="en-US"/>
        </a:p>
      </dgm:t>
    </dgm:pt>
    <dgm:pt modelId="{D792F530-597C-410E-8172-B31B16D712A9}" type="sibTrans" cxnId="{B50B393F-2C8A-463D-B672-BE3209A98CB3}">
      <dgm:prSet/>
      <dgm:spPr/>
      <dgm:t>
        <a:bodyPr/>
        <a:lstStyle/>
        <a:p>
          <a:endParaRPr lang="en-US"/>
        </a:p>
      </dgm:t>
    </dgm:pt>
    <dgm:pt modelId="{6375D485-B481-4A46-8E8E-41B07450DA38}">
      <dgm:prSet/>
      <dgm:spPr/>
      <dgm:t>
        <a:bodyPr/>
        <a:lstStyle/>
        <a:p>
          <a:pPr>
            <a:defRPr cap="all"/>
          </a:pPr>
          <a:r>
            <a:rPr lang="en-US"/>
            <a:t>Optimize SEM campaign budget allocation.</a:t>
          </a:r>
        </a:p>
      </dgm:t>
    </dgm:pt>
    <dgm:pt modelId="{04A07543-75B7-4F07-8CE2-63DDA32D05C8}" type="parTrans" cxnId="{1C57AA32-0ABF-42C5-8E00-BBFB0F367C4F}">
      <dgm:prSet/>
      <dgm:spPr/>
      <dgm:t>
        <a:bodyPr/>
        <a:lstStyle/>
        <a:p>
          <a:endParaRPr lang="en-US"/>
        </a:p>
      </dgm:t>
    </dgm:pt>
    <dgm:pt modelId="{6C45135E-D579-4F99-961D-8FCD7284FCB8}" type="sibTrans" cxnId="{1C57AA32-0ABF-42C5-8E00-BBFB0F367C4F}">
      <dgm:prSet/>
      <dgm:spPr/>
      <dgm:t>
        <a:bodyPr/>
        <a:lstStyle/>
        <a:p>
          <a:endParaRPr lang="en-US"/>
        </a:p>
      </dgm:t>
    </dgm:pt>
    <dgm:pt modelId="{7F3F32B6-684F-4A5B-9385-E65ED2275453}" type="pres">
      <dgm:prSet presAssocID="{75139DFD-F94A-4DD6-9AC6-72204746F91A}" presName="root" presStyleCnt="0">
        <dgm:presLayoutVars>
          <dgm:dir/>
          <dgm:resizeHandles val="exact"/>
        </dgm:presLayoutVars>
      </dgm:prSet>
      <dgm:spPr/>
    </dgm:pt>
    <dgm:pt modelId="{ED55A6F1-8F18-4E03-9CE7-E8D305BD9306}" type="pres">
      <dgm:prSet presAssocID="{2D87CC72-C7EF-46B3-951B-E965D913C663}" presName="compNode" presStyleCnt="0"/>
      <dgm:spPr/>
    </dgm:pt>
    <dgm:pt modelId="{6898AB78-CA3B-40D8-9CAF-A137809A1BD1}" type="pres">
      <dgm:prSet presAssocID="{2D87CC72-C7EF-46B3-951B-E965D913C663}" presName="iconBgRect" presStyleLbl="bgShp" presStyleIdx="0" presStyleCnt="4"/>
      <dgm:spPr/>
    </dgm:pt>
    <dgm:pt modelId="{876F6230-393A-4ED3-94A3-01908C284F3C}" type="pres">
      <dgm:prSet presAssocID="{2D87CC72-C7EF-46B3-951B-E965D913C66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5195B9FC-A5B4-42CC-BAFF-6044FBC61D45}" type="pres">
      <dgm:prSet presAssocID="{2D87CC72-C7EF-46B3-951B-E965D913C663}" presName="spaceRect" presStyleCnt="0"/>
      <dgm:spPr/>
    </dgm:pt>
    <dgm:pt modelId="{B60DF203-AE88-47EC-93F8-9DCEB7ED6A8C}" type="pres">
      <dgm:prSet presAssocID="{2D87CC72-C7EF-46B3-951B-E965D913C663}" presName="textRect" presStyleLbl="revTx" presStyleIdx="0" presStyleCnt="4">
        <dgm:presLayoutVars>
          <dgm:chMax val="1"/>
          <dgm:chPref val="1"/>
        </dgm:presLayoutVars>
      </dgm:prSet>
      <dgm:spPr/>
    </dgm:pt>
    <dgm:pt modelId="{8D94F3C5-9CA8-4EE3-84EA-CC1D368D711C}" type="pres">
      <dgm:prSet presAssocID="{B18EA478-712D-4C2E-831A-970368EFA487}" presName="sibTrans" presStyleCnt="0"/>
      <dgm:spPr/>
    </dgm:pt>
    <dgm:pt modelId="{FC024F7F-FBAB-4BC5-8BBC-CFA1341632E4}" type="pres">
      <dgm:prSet presAssocID="{4DFF1F6F-C2B6-48B5-98EB-B767FBC3F8FC}" presName="compNode" presStyleCnt="0"/>
      <dgm:spPr/>
    </dgm:pt>
    <dgm:pt modelId="{EC6A2A67-CB7C-442E-A6BA-0524FB673CC3}" type="pres">
      <dgm:prSet presAssocID="{4DFF1F6F-C2B6-48B5-98EB-B767FBC3F8FC}" presName="iconBgRect" presStyleLbl="bgShp" presStyleIdx="1" presStyleCnt="4"/>
      <dgm:spPr/>
    </dgm:pt>
    <dgm:pt modelId="{D231FB96-A99F-4FC7-B76C-B0E6AEB2DFEA}" type="pres">
      <dgm:prSet presAssocID="{4DFF1F6F-C2B6-48B5-98EB-B767FBC3F8F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C0384066-7A18-48CA-83A0-A52A76546784}" type="pres">
      <dgm:prSet presAssocID="{4DFF1F6F-C2B6-48B5-98EB-B767FBC3F8FC}" presName="spaceRect" presStyleCnt="0"/>
      <dgm:spPr/>
    </dgm:pt>
    <dgm:pt modelId="{97FEA9DF-8DC0-4730-B091-4AD874105234}" type="pres">
      <dgm:prSet presAssocID="{4DFF1F6F-C2B6-48B5-98EB-B767FBC3F8FC}" presName="textRect" presStyleLbl="revTx" presStyleIdx="1" presStyleCnt="4">
        <dgm:presLayoutVars>
          <dgm:chMax val="1"/>
          <dgm:chPref val="1"/>
        </dgm:presLayoutVars>
      </dgm:prSet>
      <dgm:spPr/>
    </dgm:pt>
    <dgm:pt modelId="{BDFF5969-2266-4A98-A4F0-9A9F722FED1F}" type="pres">
      <dgm:prSet presAssocID="{4D217A3A-483D-4C2A-BB80-629C74D32DC0}" presName="sibTrans" presStyleCnt="0"/>
      <dgm:spPr/>
    </dgm:pt>
    <dgm:pt modelId="{2DEC4DE6-CD59-4C20-BB43-A926C19431DD}" type="pres">
      <dgm:prSet presAssocID="{215EB9D7-6E98-4061-A938-9CBBD7994F24}" presName="compNode" presStyleCnt="0"/>
      <dgm:spPr/>
    </dgm:pt>
    <dgm:pt modelId="{780B768C-1671-4D43-86AD-1E32A42B089D}" type="pres">
      <dgm:prSet presAssocID="{215EB9D7-6E98-4061-A938-9CBBD7994F24}" presName="iconBgRect" presStyleLbl="bgShp" presStyleIdx="2" presStyleCnt="4"/>
      <dgm:spPr/>
    </dgm:pt>
    <dgm:pt modelId="{38BEA44B-A9F6-4AE8-A8F0-EEC4CCCBAF19}" type="pres">
      <dgm:prSet presAssocID="{215EB9D7-6E98-4061-A938-9CBBD7994F2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2F26149-CB8F-43F3-A687-2FEB48FBB70C}" type="pres">
      <dgm:prSet presAssocID="{215EB9D7-6E98-4061-A938-9CBBD7994F24}" presName="spaceRect" presStyleCnt="0"/>
      <dgm:spPr/>
    </dgm:pt>
    <dgm:pt modelId="{7FE71374-728E-4F53-AD41-97CFF76DA48D}" type="pres">
      <dgm:prSet presAssocID="{215EB9D7-6E98-4061-A938-9CBBD7994F24}" presName="textRect" presStyleLbl="revTx" presStyleIdx="2" presStyleCnt="4">
        <dgm:presLayoutVars>
          <dgm:chMax val="1"/>
          <dgm:chPref val="1"/>
        </dgm:presLayoutVars>
      </dgm:prSet>
      <dgm:spPr/>
    </dgm:pt>
    <dgm:pt modelId="{CC524CCE-5941-4054-BF66-A3A7ACD7C043}" type="pres">
      <dgm:prSet presAssocID="{D792F530-597C-410E-8172-B31B16D712A9}" presName="sibTrans" presStyleCnt="0"/>
      <dgm:spPr/>
    </dgm:pt>
    <dgm:pt modelId="{F6FC6E83-AA73-41AE-B519-3AF990DA2AAA}" type="pres">
      <dgm:prSet presAssocID="{6375D485-B481-4A46-8E8E-41B07450DA38}" presName="compNode" presStyleCnt="0"/>
      <dgm:spPr/>
    </dgm:pt>
    <dgm:pt modelId="{E524CFA6-45CF-45F4-BD55-68DE492687A2}" type="pres">
      <dgm:prSet presAssocID="{6375D485-B481-4A46-8E8E-41B07450DA38}" presName="iconBgRect" presStyleLbl="bgShp" presStyleIdx="3" presStyleCnt="4"/>
      <dgm:spPr/>
    </dgm:pt>
    <dgm:pt modelId="{3E45C779-BF95-4923-8F31-99028E72BF7B}" type="pres">
      <dgm:prSet presAssocID="{6375D485-B481-4A46-8E8E-41B07450DA3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35F6832-F831-49D0-8404-EB94AED0218D}" type="pres">
      <dgm:prSet presAssocID="{6375D485-B481-4A46-8E8E-41B07450DA38}" presName="spaceRect" presStyleCnt="0"/>
      <dgm:spPr/>
    </dgm:pt>
    <dgm:pt modelId="{9CE3F4ED-9BB7-4DF0-A7CE-9F0DD820307C}" type="pres">
      <dgm:prSet presAssocID="{6375D485-B481-4A46-8E8E-41B07450DA3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C57AA32-0ABF-42C5-8E00-BBFB0F367C4F}" srcId="{75139DFD-F94A-4DD6-9AC6-72204746F91A}" destId="{6375D485-B481-4A46-8E8E-41B07450DA38}" srcOrd="3" destOrd="0" parTransId="{04A07543-75B7-4F07-8CE2-63DDA32D05C8}" sibTransId="{6C45135E-D579-4F99-961D-8FCD7284FCB8}"/>
    <dgm:cxn modelId="{D6149838-0AFB-48C8-ACAE-B04F1B4E723C}" type="presOf" srcId="{6375D485-B481-4A46-8E8E-41B07450DA38}" destId="{9CE3F4ED-9BB7-4DF0-A7CE-9F0DD820307C}" srcOrd="0" destOrd="0" presId="urn:microsoft.com/office/officeart/2018/5/layout/IconCircleLabelList"/>
    <dgm:cxn modelId="{B50B393F-2C8A-463D-B672-BE3209A98CB3}" srcId="{75139DFD-F94A-4DD6-9AC6-72204746F91A}" destId="{215EB9D7-6E98-4061-A938-9CBBD7994F24}" srcOrd="2" destOrd="0" parTransId="{0D33127B-083E-4888-8C01-6FF7B71DB81B}" sibTransId="{D792F530-597C-410E-8172-B31B16D712A9}"/>
    <dgm:cxn modelId="{1DD3AA3F-BD20-4252-AC86-69443C2EB65F}" srcId="{75139DFD-F94A-4DD6-9AC6-72204746F91A}" destId="{2D87CC72-C7EF-46B3-951B-E965D913C663}" srcOrd="0" destOrd="0" parTransId="{8D09F080-A208-4474-B690-6B3A416607DE}" sibTransId="{B18EA478-712D-4C2E-831A-970368EFA487}"/>
    <dgm:cxn modelId="{16FEC179-0183-4C19-98FE-21A1A6339735}" type="presOf" srcId="{2D87CC72-C7EF-46B3-951B-E965D913C663}" destId="{B60DF203-AE88-47EC-93F8-9DCEB7ED6A8C}" srcOrd="0" destOrd="0" presId="urn:microsoft.com/office/officeart/2018/5/layout/IconCircleLabelList"/>
    <dgm:cxn modelId="{5BFB3D84-F3A4-46A4-9CBD-9483ECF05ABB}" type="presOf" srcId="{75139DFD-F94A-4DD6-9AC6-72204746F91A}" destId="{7F3F32B6-684F-4A5B-9385-E65ED2275453}" srcOrd="0" destOrd="0" presId="urn:microsoft.com/office/officeart/2018/5/layout/IconCircleLabelList"/>
    <dgm:cxn modelId="{2B8D31C2-58F1-47DD-A4C2-3A8EC642086F}" type="presOf" srcId="{4DFF1F6F-C2B6-48B5-98EB-B767FBC3F8FC}" destId="{97FEA9DF-8DC0-4730-B091-4AD874105234}" srcOrd="0" destOrd="0" presId="urn:microsoft.com/office/officeart/2018/5/layout/IconCircleLabelList"/>
    <dgm:cxn modelId="{664849C7-2941-4150-A4A9-9F99400126FB}" srcId="{75139DFD-F94A-4DD6-9AC6-72204746F91A}" destId="{4DFF1F6F-C2B6-48B5-98EB-B767FBC3F8FC}" srcOrd="1" destOrd="0" parTransId="{70E0BD05-7244-4416-B84A-E91D6B60143E}" sibTransId="{4D217A3A-483D-4C2A-BB80-629C74D32DC0}"/>
    <dgm:cxn modelId="{98D275CA-0BD5-48FA-9C59-47903CB7A458}" type="presOf" srcId="{215EB9D7-6E98-4061-A938-9CBBD7994F24}" destId="{7FE71374-728E-4F53-AD41-97CFF76DA48D}" srcOrd="0" destOrd="0" presId="urn:microsoft.com/office/officeart/2018/5/layout/IconCircleLabelList"/>
    <dgm:cxn modelId="{24215BBA-1F44-4D9B-A274-57659F01B1B3}" type="presParOf" srcId="{7F3F32B6-684F-4A5B-9385-E65ED2275453}" destId="{ED55A6F1-8F18-4E03-9CE7-E8D305BD9306}" srcOrd="0" destOrd="0" presId="urn:microsoft.com/office/officeart/2018/5/layout/IconCircleLabelList"/>
    <dgm:cxn modelId="{0A75E877-5AF3-4027-A8D8-3E4EA8114831}" type="presParOf" srcId="{ED55A6F1-8F18-4E03-9CE7-E8D305BD9306}" destId="{6898AB78-CA3B-40D8-9CAF-A137809A1BD1}" srcOrd="0" destOrd="0" presId="urn:microsoft.com/office/officeart/2018/5/layout/IconCircleLabelList"/>
    <dgm:cxn modelId="{51C35A21-C6F4-4D2E-BBF6-0258F4084994}" type="presParOf" srcId="{ED55A6F1-8F18-4E03-9CE7-E8D305BD9306}" destId="{876F6230-393A-4ED3-94A3-01908C284F3C}" srcOrd="1" destOrd="0" presId="urn:microsoft.com/office/officeart/2018/5/layout/IconCircleLabelList"/>
    <dgm:cxn modelId="{4A68A65A-7C00-4A30-91BE-2CE9374E9A0E}" type="presParOf" srcId="{ED55A6F1-8F18-4E03-9CE7-E8D305BD9306}" destId="{5195B9FC-A5B4-42CC-BAFF-6044FBC61D45}" srcOrd="2" destOrd="0" presId="urn:microsoft.com/office/officeart/2018/5/layout/IconCircleLabelList"/>
    <dgm:cxn modelId="{BE2A4775-8D31-4437-9E5C-D9A089742245}" type="presParOf" srcId="{ED55A6F1-8F18-4E03-9CE7-E8D305BD9306}" destId="{B60DF203-AE88-47EC-93F8-9DCEB7ED6A8C}" srcOrd="3" destOrd="0" presId="urn:microsoft.com/office/officeart/2018/5/layout/IconCircleLabelList"/>
    <dgm:cxn modelId="{B29CB401-7FF6-4CD3-AC3B-37C8C419F2EB}" type="presParOf" srcId="{7F3F32B6-684F-4A5B-9385-E65ED2275453}" destId="{8D94F3C5-9CA8-4EE3-84EA-CC1D368D711C}" srcOrd="1" destOrd="0" presId="urn:microsoft.com/office/officeart/2018/5/layout/IconCircleLabelList"/>
    <dgm:cxn modelId="{F40978B7-291E-473B-95A4-2F887117EE57}" type="presParOf" srcId="{7F3F32B6-684F-4A5B-9385-E65ED2275453}" destId="{FC024F7F-FBAB-4BC5-8BBC-CFA1341632E4}" srcOrd="2" destOrd="0" presId="urn:microsoft.com/office/officeart/2018/5/layout/IconCircleLabelList"/>
    <dgm:cxn modelId="{3AC0E8A2-C342-4462-B83F-2152F64F33F9}" type="presParOf" srcId="{FC024F7F-FBAB-4BC5-8BBC-CFA1341632E4}" destId="{EC6A2A67-CB7C-442E-A6BA-0524FB673CC3}" srcOrd="0" destOrd="0" presId="urn:microsoft.com/office/officeart/2018/5/layout/IconCircleLabelList"/>
    <dgm:cxn modelId="{6C9B43DE-5CCA-4CC9-A4AD-63424B8FB4A9}" type="presParOf" srcId="{FC024F7F-FBAB-4BC5-8BBC-CFA1341632E4}" destId="{D231FB96-A99F-4FC7-B76C-B0E6AEB2DFEA}" srcOrd="1" destOrd="0" presId="urn:microsoft.com/office/officeart/2018/5/layout/IconCircleLabelList"/>
    <dgm:cxn modelId="{547CA824-F632-439E-A4CE-1FD5A5F59D74}" type="presParOf" srcId="{FC024F7F-FBAB-4BC5-8BBC-CFA1341632E4}" destId="{C0384066-7A18-48CA-83A0-A52A76546784}" srcOrd="2" destOrd="0" presId="urn:microsoft.com/office/officeart/2018/5/layout/IconCircleLabelList"/>
    <dgm:cxn modelId="{71054B42-2E30-4E3F-8228-740B231568EC}" type="presParOf" srcId="{FC024F7F-FBAB-4BC5-8BBC-CFA1341632E4}" destId="{97FEA9DF-8DC0-4730-B091-4AD874105234}" srcOrd="3" destOrd="0" presId="urn:microsoft.com/office/officeart/2018/5/layout/IconCircleLabelList"/>
    <dgm:cxn modelId="{A4DA4A98-6EBA-412A-B669-FE633047FEE1}" type="presParOf" srcId="{7F3F32B6-684F-4A5B-9385-E65ED2275453}" destId="{BDFF5969-2266-4A98-A4F0-9A9F722FED1F}" srcOrd="3" destOrd="0" presId="urn:microsoft.com/office/officeart/2018/5/layout/IconCircleLabelList"/>
    <dgm:cxn modelId="{66567EA6-B302-4983-A2D9-8FFEB5546109}" type="presParOf" srcId="{7F3F32B6-684F-4A5B-9385-E65ED2275453}" destId="{2DEC4DE6-CD59-4C20-BB43-A926C19431DD}" srcOrd="4" destOrd="0" presId="urn:microsoft.com/office/officeart/2018/5/layout/IconCircleLabelList"/>
    <dgm:cxn modelId="{D37E9AA9-28BC-4C26-B9C6-067DBFF029FA}" type="presParOf" srcId="{2DEC4DE6-CD59-4C20-BB43-A926C19431DD}" destId="{780B768C-1671-4D43-86AD-1E32A42B089D}" srcOrd="0" destOrd="0" presId="urn:microsoft.com/office/officeart/2018/5/layout/IconCircleLabelList"/>
    <dgm:cxn modelId="{2E5AB9EC-31D8-48C2-8C7B-0059ABED95AA}" type="presParOf" srcId="{2DEC4DE6-CD59-4C20-BB43-A926C19431DD}" destId="{38BEA44B-A9F6-4AE8-A8F0-EEC4CCCBAF19}" srcOrd="1" destOrd="0" presId="urn:microsoft.com/office/officeart/2018/5/layout/IconCircleLabelList"/>
    <dgm:cxn modelId="{4C509B6B-0083-431B-B2AC-C188232079B3}" type="presParOf" srcId="{2DEC4DE6-CD59-4C20-BB43-A926C19431DD}" destId="{C2F26149-CB8F-43F3-A687-2FEB48FBB70C}" srcOrd="2" destOrd="0" presId="urn:microsoft.com/office/officeart/2018/5/layout/IconCircleLabelList"/>
    <dgm:cxn modelId="{2BC6E06C-D61E-4ECF-94AC-40BE7E989E40}" type="presParOf" srcId="{2DEC4DE6-CD59-4C20-BB43-A926C19431DD}" destId="{7FE71374-728E-4F53-AD41-97CFF76DA48D}" srcOrd="3" destOrd="0" presId="urn:microsoft.com/office/officeart/2018/5/layout/IconCircleLabelList"/>
    <dgm:cxn modelId="{8F5BB405-04AD-4435-A92F-3E24FD12E1F7}" type="presParOf" srcId="{7F3F32B6-684F-4A5B-9385-E65ED2275453}" destId="{CC524CCE-5941-4054-BF66-A3A7ACD7C043}" srcOrd="5" destOrd="0" presId="urn:microsoft.com/office/officeart/2018/5/layout/IconCircleLabelList"/>
    <dgm:cxn modelId="{CEFA8E1C-E974-42E7-AA64-23B099B801F7}" type="presParOf" srcId="{7F3F32B6-684F-4A5B-9385-E65ED2275453}" destId="{F6FC6E83-AA73-41AE-B519-3AF990DA2AAA}" srcOrd="6" destOrd="0" presId="urn:microsoft.com/office/officeart/2018/5/layout/IconCircleLabelList"/>
    <dgm:cxn modelId="{C52C514C-0654-44C4-91A2-30C307B8E23A}" type="presParOf" srcId="{F6FC6E83-AA73-41AE-B519-3AF990DA2AAA}" destId="{E524CFA6-45CF-45F4-BD55-68DE492687A2}" srcOrd="0" destOrd="0" presId="urn:microsoft.com/office/officeart/2018/5/layout/IconCircleLabelList"/>
    <dgm:cxn modelId="{63C8F5F7-94A6-4F72-B1C0-4ACC8E7B3CEF}" type="presParOf" srcId="{F6FC6E83-AA73-41AE-B519-3AF990DA2AAA}" destId="{3E45C779-BF95-4923-8F31-99028E72BF7B}" srcOrd="1" destOrd="0" presId="urn:microsoft.com/office/officeart/2018/5/layout/IconCircleLabelList"/>
    <dgm:cxn modelId="{B1C756D6-22E6-447F-B66C-58EF45A107D6}" type="presParOf" srcId="{F6FC6E83-AA73-41AE-B519-3AF990DA2AAA}" destId="{C35F6832-F831-49D0-8404-EB94AED0218D}" srcOrd="2" destOrd="0" presId="urn:microsoft.com/office/officeart/2018/5/layout/IconCircleLabelList"/>
    <dgm:cxn modelId="{D6EB35DB-8198-456B-A626-B1841864420E}" type="presParOf" srcId="{F6FC6E83-AA73-41AE-B519-3AF990DA2AAA}" destId="{9CE3F4ED-9BB7-4DF0-A7CE-9F0DD820307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54F247-7210-8D46-BEC7-71170BB698A6}">
      <dsp:nvSpPr>
        <dsp:cNvPr id="0" name=""/>
        <dsp:cNvSpPr/>
      </dsp:nvSpPr>
      <dsp:spPr>
        <a:xfrm>
          <a:off x="2377" y="640886"/>
          <a:ext cx="1886173" cy="11317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Revenue</a:t>
          </a:r>
        </a:p>
      </dsp:txBody>
      <dsp:txXfrm>
        <a:off x="2377" y="640886"/>
        <a:ext cx="1886173" cy="1131703"/>
      </dsp:txXfrm>
    </dsp:sp>
    <dsp:sp modelId="{17976516-7FE9-AE4A-9D43-A0A9BDD2D589}">
      <dsp:nvSpPr>
        <dsp:cNvPr id="0" name=""/>
        <dsp:cNvSpPr/>
      </dsp:nvSpPr>
      <dsp:spPr>
        <a:xfrm>
          <a:off x="2077168" y="640886"/>
          <a:ext cx="1886173" cy="1131703"/>
        </a:xfrm>
        <a:prstGeom prst="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ROAS</a:t>
          </a:r>
        </a:p>
      </dsp:txBody>
      <dsp:txXfrm>
        <a:off x="2077168" y="640886"/>
        <a:ext cx="1886173" cy="1131703"/>
      </dsp:txXfrm>
    </dsp:sp>
    <dsp:sp modelId="{3A87924D-5CEA-054C-9AFD-FBE90DFE0AB2}">
      <dsp:nvSpPr>
        <dsp:cNvPr id="0" name=""/>
        <dsp:cNvSpPr/>
      </dsp:nvSpPr>
      <dsp:spPr>
        <a:xfrm>
          <a:off x="4151958" y="640886"/>
          <a:ext cx="1886173" cy="1131703"/>
        </a:xfrm>
        <a:prstGeom prst="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Conversion Rate</a:t>
          </a:r>
        </a:p>
      </dsp:txBody>
      <dsp:txXfrm>
        <a:off x="4151958" y="640886"/>
        <a:ext cx="1886173" cy="1131703"/>
      </dsp:txXfrm>
    </dsp:sp>
    <dsp:sp modelId="{E210DA43-815F-1E44-BEB8-91D0DF024D1A}">
      <dsp:nvSpPr>
        <dsp:cNvPr id="0" name=""/>
        <dsp:cNvSpPr/>
      </dsp:nvSpPr>
      <dsp:spPr>
        <a:xfrm>
          <a:off x="6226749" y="640886"/>
          <a:ext cx="1886173" cy="1131703"/>
        </a:xfrm>
        <a:prstGeom prst="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Retention</a:t>
          </a:r>
        </a:p>
      </dsp:txBody>
      <dsp:txXfrm>
        <a:off x="6226749" y="640886"/>
        <a:ext cx="1886173" cy="1131703"/>
      </dsp:txXfrm>
    </dsp:sp>
    <dsp:sp modelId="{312F433F-34DB-6942-953C-EB613C406FE6}">
      <dsp:nvSpPr>
        <dsp:cNvPr id="0" name=""/>
        <dsp:cNvSpPr/>
      </dsp:nvSpPr>
      <dsp:spPr>
        <a:xfrm>
          <a:off x="1039772" y="1961208"/>
          <a:ext cx="1886173" cy="1131703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Orders</a:t>
          </a:r>
        </a:p>
      </dsp:txBody>
      <dsp:txXfrm>
        <a:off x="1039772" y="1961208"/>
        <a:ext cx="1886173" cy="1131703"/>
      </dsp:txXfrm>
    </dsp:sp>
    <dsp:sp modelId="{72050F16-CAD7-AA46-BAC5-CE56ABFF7D84}">
      <dsp:nvSpPr>
        <dsp:cNvPr id="0" name=""/>
        <dsp:cNvSpPr/>
      </dsp:nvSpPr>
      <dsp:spPr>
        <a:xfrm>
          <a:off x="3114563" y="1961208"/>
          <a:ext cx="1886173" cy="1131703"/>
        </a:xfrm>
        <a:prstGeom prst="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SEO Performance</a:t>
          </a:r>
        </a:p>
      </dsp:txBody>
      <dsp:txXfrm>
        <a:off x="3114563" y="1961208"/>
        <a:ext cx="1886173" cy="1131703"/>
      </dsp:txXfrm>
    </dsp:sp>
    <dsp:sp modelId="{9924E89D-70E9-6141-AD96-44CC17543C1B}">
      <dsp:nvSpPr>
        <dsp:cNvPr id="0" name=""/>
        <dsp:cNvSpPr/>
      </dsp:nvSpPr>
      <dsp:spPr>
        <a:xfrm>
          <a:off x="5189353" y="1961208"/>
          <a:ext cx="1886173" cy="1131703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SEM Spend Efficiency</a:t>
          </a:r>
        </a:p>
      </dsp:txBody>
      <dsp:txXfrm>
        <a:off x="5189353" y="1961208"/>
        <a:ext cx="1886173" cy="11317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98AB78-CA3B-40D8-9CAF-A137809A1BD1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6F6230-393A-4ED3-94A3-01908C284F3C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0DF203-AE88-47EC-93F8-9DCEB7ED6A8C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Increase investment in high-performing channels.</a:t>
          </a:r>
        </a:p>
      </dsp:txBody>
      <dsp:txXfrm>
        <a:off x="25435" y="2456402"/>
        <a:ext cx="1800000" cy="720000"/>
      </dsp:txXfrm>
    </dsp:sp>
    <dsp:sp modelId="{EC6A2A67-CB7C-442E-A6BA-0524FB673CC3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31FB96-A99F-4FC7-B76C-B0E6AEB2DFEA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EA9DF-8DC0-4730-B091-4AD874105234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Improve checkout conversion flow.</a:t>
          </a:r>
        </a:p>
      </dsp:txBody>
      <dsp:txXfrm>
        <a:off x="2140435" y="2456402"/>
        <a:ext cx="1800000" cy="720000"/>
      </dsp:txXfrm>
    </dsp:sp>
    <dsp:sp modelId="{780B768C-1671-4D43-86AD-1E32A42B089D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BEA44B-A9F6-4AE8-A8F0-EEC4CCCBAF19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E71374-728E-4F53-AD41-97CFF76DA48D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Expand SEO content strategy.</a:t>
          </a:r>
        </a:p>
      </dsp:txBody>
      <dsp:txXfrm>
        <a:off x="4255435" y="2456402"/>
        <a:ext cx="1800000" cy="720000"/>
      </dsp:txXfrm>
    </dsp:sp>
    <dsp:sp modelId="{E524CFA6-45CF-45F4-BD55-68DE492687A2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45C779-BF95-4923-8F31-99028E72BF7B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3F4ED-9BB7-4DF0-A7CE-9F0DD820307C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Optimize SEM campaign budget allocation.</a:t>
          </a:r>
        </a:p>
      </dsp:txBody>
      <dsp:txXfrm>
        <a:off x="6370435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E254AACD-74E4-DC4C-493B-9A094756B3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378" b="-1"/>
          <a:stretch>
            <a:fillRect/>
          </a:stretch>
        </p:blipFill>
        <p:spPr>
          <a:xfrm>
            <a:off x="20" y="-7619"/>
            <a:ext cx="9143979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539219" y="271092"/>
            <a:ext cx="4065561" cy="9144000"/>
          </a:xfrm>
          <a:prstGeom prst="rect">
            <a:avLst/>
          </a:prstGeom>
          <a:gradFill flip="none" rotWithShape="1">
            <a:gsLst>
              <a:gs pos="17000">
                <a:srgbClr val="000000">
                  <a:alpha val="59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2CB243-67C5-E304-31A0-4D7D607BA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714594" y="623125"/>
            <a:ext cx="3067943" cy="180645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A95761-C93E-94BF-087D-D2A82378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7794" y="4172881"/>
            <a:ext cx="5366057" cy="270299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2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271" y="1936866"/>
            <a:ext cx="3636783" cy="2839273"/>
          </a:xfrm>
        </p:spPr>
        <p:txBody>
          <a:bodyPr>
            <a:normAutofit/>
          </a:bodyPr>
          <a:lstStyle/>
          <a:p>
            <a:pPr algn="l"/>
            <a:r>
              <a:rPr lang="en-US" sz="3100">
                <a:solidFill>
                  <a:srgbClr val="FFFFFF"/>
                </a:solidFill>
              </a:rPr>
              <a:t>03 User Journey First Purchase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271" y="4873600"/>
            <a:ext cx="3636783" cy="1183602"/>
          </a:xfrm>
        </p:spPr>
        <p:txBody>
          <a:bodyPr>
            <a:norm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</a:rPr>
              <a:t>Premium Marketing Analytics Portfolio Presentation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63D1A5-FD49-4756-F62E-786C34E63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05052" y="-7619"/>
            <a:ext cx="746740" cy="6918113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37000">
                <a:schemeClr val="accent5">
                  <a:alpha val="0"/>
                </a:schemeClr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Leadership lacked visibility into conversion performance, revenue trends, SEO/SEM effectiveness, and customer behavior analytics.</a:t>
            </a:r>
          </a:p>
        </p:txBody>
      </p:sp>
      <p:pic>
        <p:nvPicPr>
          <p:cNvPr id="5" name="Picture 4" descr="A wall painted with an arrow and a dartboard">
            <a:extLst>
              <a:ext uri="{FF2B5EF4-FFF2-40B4-BE49-F238E27FC236}">
                <a16:creationId xmlns:a16="http://schemas.microsoft.com/office/drawing/2014/main" id="{74CAF67E-55BF-3D78-19CA-6A6AB0C6C2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280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KPIs Tracked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43E6AE-74D0-1F75-C147-93398F12B9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3879382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Business Recommendations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85AC373A-6C32-09EE-D9E1-5EB23BA1D1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007563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Portfolio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This project demonstrates dashboard analytics, SQL reporting, Python/R workflows, SEO/SEM analysis, and executive KPI storytelling.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96</Words>
  <Application>Microsoft Macintosh PowerPoint</Application>
  <PresentationFormat>On-screen Show (4:3)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03 User Journey First Purchase Analysis</vt:lpstr>
      <vt:lpstr>Business Problem</vt:lpstr>
      <vt:lpstr>KPIs Tracked</vt:lpstr>
      <vt:lpstr>Business Recommendations</vt:lpstr>
      <vt:lpstr>Portfolio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Jamie Christian</cp:lastModifiedBy>
  <cp:revision>2</cp:revision>
  <dcterms:created xsi:type="dcterms:W3CDTF">2013-01-27T09:14:16Z</dcterms:created>
  <dcterms:modified xsi:type="dcterms:W3CDTF">2026-05-08T04:57:36Z</dcterms:modified>
  <cp:category/>
</cp:coreProperties>
</file>