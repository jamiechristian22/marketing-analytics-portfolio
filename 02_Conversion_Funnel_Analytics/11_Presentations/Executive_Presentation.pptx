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96"/>
  </p:normalViewPr>
  <p:slideViewPr>
    <p:cSldViewPr snapToGrid="0" snapToObjects="1">
      <p:cViewPr varScale="1">
        <p:scale>
          <a:sx n="105" d="100"/>
          <a:sy n="105" d="100"/>
        </p:scale>
        <p:origin x="53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4C94A2-5464-489A-9318-3FC8E4D7DE2A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7CED1F1-D475-41D6-B4BA-5BEB7504EEB8}">
      <dgm:prSet/>
      <dgm:spPr/>
      <dgm:t>
        <a:bodyPr/>
        <a:lstStyle/>
        <a:p>
          <a:r>
            <a:rPr lang="en-US"/>
            <a:t>Revenue</a:t>
          </a:r>
        </a:p>
      </dgm:t>
    </dgm:pt>
    <dgm:pt modelId="{B112ED46-93C2-4513-BAB6-CA0D4D045839}" type="parTrans" cxnId="{1860C9F1-3AB2-4929-B0B7-7033AA0F405F}">
      <dgm:prSet/>
      <dgm:spPr/>
      <dgm:t>
        <a:bodyPr/>
        <a:lstStyle/>
        <a:p>
          <a:endParaRPr lang="en-US"/>
        </a:p>
      </dgm:t>
    </dgm:pt>
    <dgm:pt modelId="{3363C25F-75F8-4F9D-B8B5-4067962ADFB8}" type="sibTrans" cxnId="{1860C9F1-3AB2-4929-B0B7-7033AA0F405F}">
      <dgm:prSet/>
      <dgm:spPr/>
      <dgm:t>
        <a:bodyPr/>
        <a:lstStyle/>
        <a:p>
          <a:endParaRPr lang="en-US"/>
        </a:p>
      </dgm:t>
    </dgm:pt>
    <dgm:pt modelId="{157F02D0-DE0A-413A-BD10-F36552B777A4}">
      <dgm:prSet/>
      <dgm:spPr/>
      <dgm:t>
        <a:bodyPr/>
        <a:lstStyle/>
        <a:p>
          <a:r>
            <a:rPr lang="en-US"/>
            <a:t>ROAS</a:t>
          </a:r>
        </a:p>
      </dgm:t>
    </dgm:pt>
    <dgm:pt modelId="{FD4E1629-2F7A-4DB7-8CD5-48E4EA8DCC88}" type="parTrans" cxnId="{DFE4DAE0-A68B-4BA6-9FEB-6868807F5863}">
      <dgm:prSet/>
      <dgm:spPr/>
      <dgm:t>
        <a:bodyPr/>
        <a:lstStyle/>
        <a:p>
          <a:endParaRPr lang="en-US"/>
        </a:p>
      </dgm:t>
    </dgm:pt>
    <dgm:pt modelId="{E5866B5C-60C5-4236-A721-444D9C281BC1}" type="sibTrans" cxnId="{DFE4DAE0-A68B-4BA6-9FEB-6868807F5863}">
      <dgm:prSet/>
      <dgm:spPr/>
      <dgm:t>
        <a:bodyPr/>
        <a:lstStyle/>
        <a:p>
          <a:endParaRPr lang="en-US"/>
        </a:p>
      </dgm:t>
    </dgm:pt>
    <dgm:pt modelId="{C8D3C249-C740-4202-8B00-F42F1822CB60}">
      <dgm:prSet/>
      <dgm:spPr/>
      <dgm:t>
        <a:bodyPr/>
        <a:lstStyle/>
        <a:p>
          <a:r>
            <a:rPr lang="en-US"/>
            <a:t>Conversion Rate</a:t>
          </a:r>
        </a:p>
      </dgm:t>
    </dgm:pt>
    <dgm:pt modelId="{CCDDD2BF-34B7-43BB-B81E-82F897FB6003}" type="parTrans" cxnId="{8B499396-D458-46C6-BA1D-87B3D175E111}">
      <dgm:prSet/>
      <dgm:spPr/>
      <dgm:t>
        <a:bodyPr/>
        <a:lstStyle/>
        <a:p>
          <a:endParaRPr lang="en-US"/>
        </a:p>
      </dgm:t>
    </dgm:pt>
    <dgm:pt modelId="{AD547C5A-18AF-4DD8-9DC1-2EB0344226C4}" type="sibTrans" cxnId="{8B499396-D458-46C6-BA1D-87B3D175E111}">
      <dgm:prSet/>
      <dgm:spPr/>
      <dgm:t>
        <a:bodyPr/>
        <a:lstStyle/>
        <a:p>
          <a:endParaRPr lang="en-US"/>
        </a:p>
      </dgm:t>
    </dgm:pt>
    <dgm:pt modelId="{B2C41BCB-8981-4286-A9D4-5D9A255ED307}">
      <dgm:prSet/>
      <dgm:spPr/>
      <dgm:t>
        <a:bodyPr/>
        <a:lstStyle/>
        <a:p>
          <a:r>
            <a:rPr lang="en-US"/>
            <a:t>Retention</a:t>
          </a:r>
        </a:p>
      </dgm:t>
    </dgm:pt>
    <dgm:pt modelId="{9E8AA2EC-955E-4291-891E-CD7FC056DBD6}" type="parTrans" cxnId="{C25E592C-3AF9-4430-93D7-B8C68A86220B}">
      <dgm:prSet/>
      <dgm:spPr/>
      <dgm:t>
        <a:bodyPr/>
        <a:lstStyle/>
        <a:p>
          <a:endParaRPr lang="en-US"/>
        </a:p>
      </dgm:t>
    </dgm:pt>
    <dgm:pt modelId="{A6BF77B2-8433-441B-B6B4-20453D42E8F5}" type="sibTrans" cxnId="{C25E592C-3AF9-4430-93D7-B8C68A86220B}">
      <dgm:prSet/>
      <dgm:spPr/>
      <dgm:t>
        <a:bodyPr/>
        <a:lstStyle/>
        <a:p>
          <a:endParaRPr lang="en-US"/>
        </a:p>
      </dgm:t>
    </dgm:pt>
    <dgm:pt modelId="{D4E166C0-8DEE-4D9F-B4C4-A3CA7CC63C16}">
      <dgm:prSet/>
      <dgm:spPr/>
      <dgm:t>
        <a:bodyPr/>
        <a:lstStyle/>
        <a:p>
          <a:r>
            <a:rPr lang="en-US"/>
            <a:t>Orders</a:t>
          </a:r>
        </a:p>
      </dgm:t>
    </dgm:pt>
    <dgm:pt modelId="{09A8D70A-BE3F-4D1A-8061-5346FB2303F8}" type="parTrans" cxnId="{0F89F889-B6B3-4DFD-817A-908B0A7B27B0}">
      <dgm:prSet/>
      <dgm:spPr/>
      <dgm:t>
        <a:bodyPr/>
        <a:lstStyle/>
        <a:p>
          <a:endParaRPr lang="en-US"/>
        </a:p>
      </dgm:t>
    </dgm:pt>
    <dgm:pt modelId="{B8FFC994-4FC9-4DCA-B150-7AEAA41BA804}" type="sibTrans" cxnId="{0F89F889-B6B3-4DFD-817A-908B0A7B27B0}">
      <dgm:prSet/>
      <dgm:spPr/>
      <dgm:t>
        <a:bodyPr/>
        <a:lstStyle/>
        <a:p>
          <a:endParaRPr lang="en-US"/>
        </a:p>
      </dgm:t>
    </dgm:pt>
    <dgm:pt modelId="{E129EAB4-FD36-4227-B4E5-3A35DB460A79}">
      <dgm:prSet/>
      <dgm:spPr/>
      <dgm:t>
        <a:bodyPr/>
        <a:lstStyle/>
        <a:p>
          <a:r>
            <a:rPr lang="en-US"/>
            <a:t>SEO Performance</a:t>
          </a:r>
        </a:p>
      </dgm:t>
    </dgm:pt>
    <dgm:pt modelId="{FB243E90-1105-4FE1-8628-75ED5FC8DF05}" type="parTrans" cxnId="{A75FAC5D-757E-44F4-BB09-B8001DAEA2C1}">
      <dgm:prSet/>
      <dgm:spPr/>
      <dgm:t>
        <a:bodyPr/>
        <a:lstStyle/>
        <a:p>
          <a:endParaRPr lang="en-US"/>
        </a:p>
      </dgm:t>
    </dgm:pt>
    <dgm:pt modelId="{A340B29A-FC7C-423B-8F49-1E9B51F84766}" type="sibTrans" cxnId="{A75FAC5D-757E-44F4-BB09-B8001DAEA2C1}">
      <dgm:prSet/>
      <dgm:spPr/>
      <dgm:t>
        <a:bodyPr/>
        <a:lstStyle/>
        <a:p>
          <a:endParaRPr lang="en-US"/>
        </a:p>
      </dgm:t>
    </dgm:pt>
    <dgm:pt modelId="{C9F5DFDE-BE65-4E4D-93A5-468640863B3D}">
      <dgm:prSet/>
      <dgm:spPr/>
      <dgm:t>
        <a:bodyPr/>
        <a:lstStyle/>
        <a:p>
          <a:r>
            <a:rPr lang="en-US"/>
            <a:t>SEM Spend Efficiency</a:t>
          </a:r>
        </a:p>
      </dgm:t>
    </dgm:pt>
    <dgm:pt modelId="{D96D0A17-E802-4B1D-AAA2-B21BC9E95C21}" type="parTrans" cxnId="{612B7E4D-FF38-490C-B1F1-62D05CFEDB51}">
      <dgm:prSet/>
      <dgm:spPr/>
      <dgm:t>
        <a:bodyPr/>
        <a:lstStyle/>
        <a:p>
          <a:endParaRPr lang="en-US"/>
        </a:p>
      </dgm:t>
    </dgm:pt>
    <dgm:pt modelId="{6733595F-97F8-429D-9AC2-0F11716FF511}" type="sibTrans" cxnId="{612B7E4D-FF38-490C-B1F1-62D05CFEDB51}">
      <dgm:prSet/>
      <dgm:spPr/>
      <dgm:t>
        <a:bodyPr/>
        <a:lstStyle/>
        <a:p>
          <a:endParaRPr lang="en-US"/>
        </a:p>
      </dgm:t>
    </dgm:pt>
    <dgm:pt modelId="{270A2721-8C98-6C41-9844-6CFE138DD31F}" type="pres">
      <dgm:prSet presAssocID="{0C4C94A2-5464-489A-9318-3FC8E4D7DE2A}" presName="diagram" presStyleCnt="0">
        <dgm:presLayoutVars>
          <dgm:dir/>
          <dgm:resizeHandles val="exact"/>
        </dgm:presLayoutVars>
      </dgm:prSet>
      <dgm:spPr/>
    </dgm:pt>
    <dgm:pt modelId="{F3DF4AED-1432-0149-B116-0A4E215E5517}" type="pres">
      <dgm:prSet presAssocID="{C7CED1F1-D475-41D6-B4BA-5BEB7504EEB8}" presName="node" presStyleLbl="node1" presStyleIdx="0" presStyleCnt="7">
        <dgm:presLayoutVars>
          <dgm:bulletEnabled val="1"/>
        </dgm:presLayoutVars>
      </dgm:prSet>
      <dgm:spPr/>
    </dgm:pt>
    <dgm:pt modelId="{10BAFEEF-687B-264F-B282-504FE9E2DEF3}" type="pres">
      <dgm:prSet presAssocID="{3363C25F-75F8-4F9D-B8B5-4067962ADFB8}" presName="sibTrans" presStyleCnt="0"/>
      <dgm:spPr/>
    </dgm:pt>
    <dgm:pt modelId="{24583ADD-F904-084D-A09A-F01B0627F4E2}" type="pres">
      <dgm:prSet presAssocID="{157F02D0-DE0A-413A-BD10-F36552B777A4}" presName="node" presStyleLbl="node1" presStyleIdx="1" presStyleCnt="7">
        <dgm:presLayoutVars>
          <dgm:bulletEnabled val="1"/>
        </dgm:presLayoutVars>
      </dgm:prSet>
      <dgm:spPr/>
    </dgm:pt>
    <dgm:pt modelId="{77601415-2C05-BE48-A3C3-364C609A0C4A}" type="pres">
      <dgm:prSet presAssocID="{E5866B5C-60C5-4236-A721-444D9C281BC1}" presName="sibTrans" presStyleCnt="0"/>
      <dgm:spPr/>
    </dgm:pt>
    <dgm:pt modelId="{942AC4F3-306B-A942-B632-65CDBB3A5100}" type="pres">
      <dgm:prSet presAssocID="{C8D3C249-C740-4202-8B00-F42F1822CB60}" presName="node" presStyleLbl="node1" presStyleIdx="2" presStyleCnt="7">
        <dgm:presLayoutVars>
          <dgm:bulletEnabled val="1"/>
        </dgm:presLayoutVars>
      </dgm:prSet>
      <dgm:spPr/>
    </dgm:pt>
    <dgm:pt modelId="{52917102-67B5-4B4B-9326-80D171A921B4}" type="pres">
      <dgm:prSet presAssocID="{AD547C5A-18AF-4DD8-9DC1-2EB0344226C4}" presName="sibTrans" presStyleCnt="0"/>
      <dgm:spPr/>
    </dgm:pt>
    <dgm:pt modelId="{ECACA556-3504-D842-A53E-B84998FF3F61}" type="pres">
      <dgm:prSet presAssocID="{B2C41BCB-8981-4286-A9D4-5D9A255ED307}" presName="node" presStyleLbl="node1" presStyleIdx="3" presStyleCnt="7">
        <dgm:presLayoutVars>
          <dgm:bulletEnabled val="1"/>
        </dgm:presLayoutVars>
      </dgm:prSet>
      <dgm:spPr/>
    </dgm:pt>
    <dgm:pt modelId="{4DF1BA4C-0236-E147-B86E-AC995C6E21EA}" type="pres">
      <dgm:prSet presAssocID="{A6BF77B2-8433-441B-B6B4-20453D42E8F5}" presName="sibTrans" presStyleCnt="0"/>
      <dgm:spPr/>
    </dgm:pt>
    <dgm:pt modelId="{FB0ED1F5-DB77-3946-ACAF-83F7CE5F778F}" type="pres">
      <dgm:prSet presAssocID="{D4E166C0-8DEE-4D9F-B4C4-A3CA7CC63C16}" presName="node" presStyleLbl="node1" presStyleIdx="4" presStyleCnt="7">
        <dgm:presLayoutVars>
          <dgm:bulletEnabled val="1"/>
        </dgm:presLayoutVars>
      </dgm:prSet>
      <dgm:spPr/>
    </dgm:pt>
    <dgm:pt modelId="{3400D941-9DB6-CC47-AF64-03B851A7A87D}" type="pres">
      <dgm:prSet presAssocID="{B8FFC994-4FC9-4DCA-B150-7AEAA41BA804}" presName="sibTrans" presStyleCnt="0"/>
      <dgm:spPr/>
    </dgm:pt>
    <dgm:pt modelId="{88861FB4-BE08-404A-B2DD-088C3DBFCE19}" type="pres">
      <dgm:prSet presAssocID="{E129EAB4-FD36-4227-B4E5-3A35DB460A79}" presName="node" presStyleLbl="node1" presStyleIdx="5" presStyleCnt="7">
        <dgm:presLayoutVars>
          <dgm:bulletEnabled val="1"/>
        </dgm:presLayoutVars>
      </dgm:prSet>
      <dgm:spPr/>
    </dgm:pt>
    <dgm:pt modelId="{3168C454-EA24-EF4B-BD50-187138E50CC0}" type="pres">
      <dgm:prSet presAssocID="{A340B29A-FC7C-423B-8F49-1E9B51F84766}" presName="sibTrans" presStyleCnt="0"/>
      <dgm:spPr/>
    </dgm:pt>
    <dgm:pt modelId="{C4159DB1-F338-854D-9CA8-272EB4D2A601}" type="pres">
      <dgm:prSet presAssocID="{C9F5DFDE-BE65-4E4D-93A5-468640863B3D}" presName="node" presStyleLbl="node1" presStyleIdx="6" presStyleCnt="7">
        <dgm:presLayoutVars>
          <dgm:bulletEnabled val="1"/>
        </dgm:presLayoutVars>
      </dgm:prSet>
      <dgm:spPr/>
    </dgm:pt>
  </dgm:ptLst>
  <dgm:cxnLst>
    <dgm:cxn modelId="{CCAB0F0E-78D6-DB4A-90A4-263F1D251976}" type="presOf" srcId="{C8D3C249-C740-4202-8B00-F42F1822CB60}" destId="{942AC4F3-306B-A942-B632-65CDBB3A5100}" srcOrd="0" destOrd="0" presId="urn:microsoft.com/office/officeart/2005/8/layout/default"/>
    <dgm:cxn modelId="{CB073F0E-A0D0-F146-BFC7-FB1E46509ADA}" type="presOf" srcId="{B2C41BCB-8981-4286-A9D4-5D9A255ED307}" destId="{ECACA556-3504-D842-A53E-B84998FF3F61}" srcOrd="0" destOrd="0" presId="urn:microsoft.com/office/officeart/2005/8/layout/default"/>
    <dgm:cxn modelId="{3E37FC18-F833-4146-9DA7-7352969C88FB}" type="presOf" srcId="{0C4C94A2-5464-489A-9318-3FC8E4D7DE2A}" destId="{270A2721-8C98-6C41-9844-6CFE138DD31F}" srcOrd="0" destOrd="0" presId="urn:microsoft.com/office/officeart/2005/8/layout/default"/>
    <dgm:cxn modelId="{E949331C-A305-7840-A7DA-9BFE249CE7D7}" type="presOf" srcId="{C9F5DFDE-BE65-4E4D-93A5-468640863B3D}" destId="{C4159DB1-F338-854D-9CA8-272EB4D2A601}" srcOrd="0" destOrd="0" presId="urn:microsoft.com/office/officeart/2005/8/layout/default"/>
    <dgm:cxn modelId="{C25E592C-3AF9-4430-93D7-B8C68A86220B}" srcId="{0C4C94A2-5464-489A-9318-3FC8E4D7DE2A}" destId="{B2C41BCB-8981-4286-A9D4-5D9A255ED307}" srcOrd="3" destOrd="0" parTransId="{9E8AA2EC-955E-4291-891E-CD7FC056DBD6}" sibTransId="{A6BF77B2-8433-441B-B6B4-20453D42E8F5}"/>
    <dgm:cxn modelId="{678D2342-BE58-1D44-994F-8C18D2199BAF}" type="presOf" srcId="{D4E166C0-8DEE-4D9F-B4C4-A3CA7CC63C16}" destId="{FB0ED1F5-DB77-3946-ACAF-83F7CE5F778F}" srcOrd="0" destOrd="0" presId="urn:microsoft.com/office/officeart/2005/8/layout/default"/>
    <dgm:cxn modelId="{612B7E4D-FF38-490C-B1F1-62D05CFEDB51}" srcId="{0C4C94A2-5464-489A-9318-3FC8E4D7DE2A}" destId="{C9F5DFDE-BE65-4E4D-93A5-468640863B3D}" srcOrd="6" destOrd="0" parTransId="{D96D0A17-E802-4B1D-AAA2-B21BC9E95C21}" sibTransId="{6733595F-97F8-429D-9AC2-0F11716FF511}"/>
    <dgm:cxn modelId="{A75FAC5D-757E-44F4-BB09-B8001DAEA2C1}" srcId="{0C4C94A2-5464-489A-9318-3FC8E4D7DE2A}" destId="{E129EAB4-FD36-4227-B4E5-3A35DB460A79}" srcOrd="5" destOrd="0" parTransId="{FB243E90-1105-4FE1-8628-75ED5FC8DF05}" sibTransId="{A340B29A-FC7C-423B-8F49-1E9B51F84766}"/>
    <dgm:cxn modelId="{0F89F889-B6B3-4DFD-817A-908B0A7B27B0}" srcId="{0C4C94A2-5464-489A-9318-3FC8E4D7DE2A}" destId="{D4E166C0-8DEE-4D9F-B4C4-A3CA7CC63C16}" srcOrd="4" destOrd="0" parTransId="{09A8D70A-BE3F-4D1A-8061-5346FB2303F8}" sibTransId="{B8FFC994-4FC9-4DCA-B150-7AEAA41BA804}"/>
    <dgm:cxn modelId="{A2323594-53D8-6948-844B-07DF6C685F04}" type="presOf" srcId="{E129EAB4-FD36-4227-B4E5-3A35DB460A79}" destId="{88861FB4-BE08-404A-B2DD-088C3DBFCE19}" srcOrd="0" destOrd="0" presId="urn:microsoft.com/office/officeart/2005/8/layout/default"/>
    <dgm:cxn modelId="{8B499396-D458-46C6-BA1D-87B3D175E111}" srcId="{0C4C94A2-5464-489A-9318-3FC8E4D7DE2A}" destId="{C8D3C249-C740-4202-8B00-F42F1822CB60}" srcOrd="2" destOrd="0" parTransId="{CCDDD2BF-34B7-43BB-B81E-82F897FB6003}" sibTransId="{AD547C5A-18AF-4DD8-9DC1-2EB0344226C4}"/>
    <dgm:cxn modelId="{3260F5AF-2677-E449-8778-4BE11CB85CEA}" type="presOf" srcId="{157F02D0-DE0A-413A-BD10-F36552B777A4}" destId="{24583ADD-F904-084D-A09A-F01B0627F4E2}" srcOrd="0" destOrd="0" presId="urn:microsoft.com/office/officeart/2005/8/layout/default"/>
    <dgm:cxn modelId="{709F13CD-3A89-5A4F-BC26-ED46A05A169E}" type="presOf" srcId="{C7CED1F1-D475-41D6-B4BA-5BEB7504EEB8}" destId="{F3DF4AED-1432-0149-B116-0A4E215E5517}" srcOrd="0" destOrd="0" presId="urn:microsoft.com/office/officeart/2005/8/layout/default"/>
    <dgm:cxn modelId="{DFE4DAE0-A68B-4BA6-9FEB-6868807F5863}" srcId="{0C4C94A2-5464-489A-9318-3FC8E4D7DE2A}" destId="{157F02D0-DE0A-413A-BD10-F36552B777A4}" srcOrd="1" destOrd="0" parTransId="{FD4E1629-2F7A-4DB7-8CD5-48E4EA8DCC88}" sibTransId="{E5866B5C-60C5-4236-A721-444D9C281BC1}"/>
    <dgm:cxn modelId="{1860C9F1-3AB2-4929-B0B7-7033AA0F405F}" srcId="{0C4C94A2-5464-489A-9318-3FC8E4D7DE2A}" destId="{C7CED1F1-D475-41D6-B4BA-5BEB7504EEB8}" srcOrd="0" destOrd="0" parTransId="{B112ED46-93C2-4513-BAB6-CA0D4D045839}" sibTransId="{3363C25F-75F8-4F9D-B8B5-4067962ADFB8}"/>
    <dgm:cxn modelId="{4B143F2B-E8A7-914D-B8F7-91C33F0392F8}" type="presParOf" srcId="{270A2721-8C98-6C41-9844-6CFE138DD31F}" destId="{F3DF4AED-1432-0149-B116-0A4E215E5517}" srcOrd="0" destOrd="0" presId="urn:microsoft.com/office/officeart/2005/8/layout/default"/>
    <dgm:cxn modelId="{C2A36693-2E85-4C45-BF2D-5421B84426C5}" type="presParOf" srcId="{270A2721-8C98-6C41-9844-6CFE138DD31F}" destId="{10BAFEEF-687B-264F-B282-504FE9E2DEF3}" srcOrd="1" destOrd="0" presId="urn:microsoft.com/office/officeart/2005/8/layout/default"/>
    <dgm:cxn modelId="{476BCC7A-7A03-5C45-B88C-C6C119737601}" type="presParOf" srcId="{270A2721-8C98-6C41-9844-6CFE138DD31F}" destId="{24583ADD-F904-084D-A09A-F01B0627F4E2}" srcOrd="2" destOrd="0" presId="urn:microsoft.com/office/officeart/2005/8/layout/default"/>
    <dgm:cxn modelId="{6476C3E7-2439-C041-88DC-6231DAFC8FCD}" type="presParOf" srcId="{270A2721-8C98-6C41-9844-6CFE138DD31F}" destId="{77601415-2C05-BE48-A3C3-364C609A0C4A}" srcOrd="3" destOrd="0" presId="urn:microsoft.com/office/officeart/2005/8/layout/default"/>
    <dgm:cxn modelId="{0C72FB05-F7E1-6D42-A231-FBA467BAF56F}" type="presParOf" srcId="{270A2721-8C98-6C41-9844-6CFE138DD31F}" destId="{942AC4F3-306B-A942-B632-65CDBB3A5100}" srcOrd="4" destOrd="0" presId="urn:microsoft.com/office/officeart/2005/8/layout/default"/>
    <dgm:cxn modelId="{4B52B3B1-52CB-CA4E-94FD-E24FC905A1C0}" type="presParOf" srcId="{270A2721-8C98-6C41-9844-6CFE138DD31F}" destId="{52917102-67B5-4B4B-9326-80D171A921B4}" srcOrd="5" destOrd="0" presId="urn:microsoft.com/office/officeart/2005/8/layout/default"/>
    <dgm:cxn modelId="{1C89F544-4D26-884E-928D-C0F314EC772C}" type="presParOf" srcId="{270A2721-8C98-6C41-9844-6CFE138DD31F}" destId="{ECACA556-3504-D842-A53E-B84998FF3F61}" srcOrd="6" destOrd="0" presId="urn:microsoft.com/office/officeart/2005/8/layout/default"/>
    <dgm:cxn modelId="{7186C8F6-B39B-654E-9ACF-9BD967DE1C21}" type="presParOf" srcId="{270A2721-8C98-6C41-9844-6CFE138DD31F}" destId="{4DF1BA4C-0236-E147-B86E-AC995C6E21EA}" srcOrd="7" destOrd="0" presId="urn:microsoft.com/office/officeart/2005/8/layout/default"/>
    <dgm:cxn modelId="{BD8D47C0-A997-A14B-A1EF-B99FD5476C1C}" type="presParOf" srcId="{270A2721-8C98-6C41-9844-6CFE138DD31F}" destId="{FB0ED1F5-DB77-3946-ACAF-83F7CE5F778F}" srcOrd="8" destOrd="0" presId="urn:microsoft.com/office/officeart/2005/8/layout/default"/>
    <dgm:cxn modelId="{5222ACCB-35DA-1A49-8F4E-4D4143AA8245}" type="presParOf" srcId="{270A2721-8C98-6C41-9844-6CFE138DD31F}" destId="{3400D941-9DB6-CC47-AF64-03B851A7A87D}" srcOrd="9" destOrd="0" presId="urn:microsoft.com/office/officeart/2005/8/layout/default"/>
    <dgm:cxn modelId="{9C16F55C-C56A-4B41-A720-E06A76C31180}" type="presParOf" srcId="{270A2721-8C98-6C41-9844-6CFE138DD31F}" destId="{88861FB4-BE08-404A-B2DD-088C3DBFCE19}" srcOrd="10" destOrd="0" presId="urn:microsoft.com/office/officeart/2005/8/layout/default"/>
    <dgm:cxn modelId="{8ECBC768-FF32-5441-8DC5-190A9A62AD37}" type="presParOf" srcId="{270A2721-8C98-6C41-9844-6CFE138DD31F}" destId="{3168C454-EA24-EF4B-BD50-187138E50CC0}" srcOrd="11" destOrd="0" presId="urn:microsoft.com/office/officeart/2005/8/layout/default"/>
    <dgm:cxn modelId="{B0200F52-7150-4D49-B54A-0B5ABA749679}" type="presParOf" srcId="{270A2721-8C98-6C41-9844-6CFE138DD31F}" destId="{C4159DB1-F338-854D-9CA8-272EB4D2A601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57E6261-EE52-4280-8BE0-F946D831122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AC49600-747B-428F-A3F6-B2978048DD49}">
      <dgm:prSet/>
      <dgm:spPr/>
      <dgm:t>
        <a:bodyPr/>
        <a:lstStyle/>
        <a:p>
          <a:pPr>
            <a:defRPr cap="all"/>
          </a:pPr>
          <a:r>
            <a:rPr lang="en-US"/>
            <a:t>Increase investment in high-performing channels.</a:t>
          </a:r>
        </a:p>
      </dgm:t>
    </dgm:pt>
    <dgm:pt modelId="{6617179B-2E99-4A1F-936A-A690EC9ED714}" type="parTrans" cxnId="{256F436C-552F-4A15-BD4D-7BC50D9340BB}">
      <dgm:prSet/>
      <dgm:spPr/>
      <dgm:t>
        <a:bodyPr/>
        <a:lstStyle/>
        <a:p>
          <a:endParaRPr lang="en-US"/>
        </a:p>
      </dgm:t>
    </dgm:pt>
    <dgm:pt modelId="{7C332F33-F499-415B-AC9F-88022D78E7AA}" type="sibTrans" cxnId="{256F436C-552F-4A15-BD4D-7BC50D9340BB}">
      <dgm:prSet/>
      <dgm:spPr/>
      <dgm:t>
        <a:bodyPr/>
        <a:lstStyle/>
        <a:p>
          <a:endParaRPr lang="en-US"/>
        </a:p>
      </dgm:t>
    </dgm:pt>
    <dgm:pt modelId="{8EF10C12-10AC-4B67-B8EC-2236D0602357}">
      <dgm:prSet/>
      <dgm:spPr/>
      <dgm:t>
        <a:bodyPr/>
        <a:lstStyle/>
        <a:p>
          <a:pPr>
            <a:defRPr cap="all"/>
          </a:pPr>
          <a:r>
            <a:rPr lang="en-US"/>
            <a:t>Improve checkout conversion flow.</a:t>
          </a:r>
        </a:p>
      </dgm:t>
    </dgm:pt>
    <dgm:pt modelId="{DEF30CF4-E2C5-4F7A-B516-B9C8135FA756}" type="parTrans" cxnId="{A6AB1BE0-EDD8-41E3-8DE7-3297C78A7E12}">
      <dgm:prSet/>
      <dgm:spPr/>
      <dgm:t>
        <a:bodyPr/>
        <a:lstStyle/>
        <a:p>
          <a:endParaRPr lang="en-US"/>
        </a:p>
      </dgm:t>
    </dgm:pt>
    <dgm:pt modelId="{26143EF6-5362-4A55-BE00-028BEB80E5C3}" type="sibTrans" cxnId="{A6AB1BE0-EDD8-41E3-8DE7-3297C78A7E12}">
      <dgm:prSet/>
      <dgm:spPr/>
      <dgm:t>
        <a:bodyPr/>
        <a:lstStyle/>
        <a:p>
          <a:endParaRPr lang="en-US"/>
        </a:p>
      </dgm:t>
    </dgm:pt>
    <dgm:pt modelId="{C59F0777-0A5C-4CE3-B4C6-933095B03DAE}">
      <dgm:prSet/>
      <dgm:spPr/>
      <dgm:t>
        <a:bodyPr/>
        <a:lstStyle/>
        <a:p>
          <a:pPr>
            <a:defRPr cap="all"/>
          </a:pPr>
          <a:r>
            <a:rPr lang="en-US"/>
            <a:t>Expand SEO content strategy.</a:t>
          </a:r>
        </a:p>
      </dgm:t>
    </dgm:pt>
    <dgm:pt modelId="{A4D07B9F-0358-4931-985D-E4A012B60367}" type="parTrans" cxnId="{8FE78324-E040-4BAD-AE05-69119201A67F}">
      <dgm:prSet/>
      <dgm:spPr/>
      <dgm:t>
        <a:bodyPr/>
        <a:lstStyle/>
        <a:p>
          <a:endParaRPr lang="en-US"/>
        </a:p>
      </dgm:t>
    </dgm:pt>
    <dgm:pt modelId="{FE1F7FEE-3AF0-46D1-B0D4-EDDDDB025676}" type="sibTrans" cxnId="{8FE78324-E040-4BAD-AE05-69119201A67F}">
      <dgm:prSet/>
      <dgm:spPr/>
      <dgm:t>
        <a:bodyPr/>
        <a:lstStyle/>
        <a:p>
          <a:endParaRPr lang="en-US"/>
        </a:p>
      </dgm:t>
    </dgm:pt>
    <dgm:pt modelId="{8F20AABF-BB6B-4CBB-8A53-F40B3BE37DE1}">
      <dgm:prSet/>
      <dgm:spPr/>
      <dgm:t>
        <a:bodyPr/>
        <a:lstStyle/>
        <a:p>
          <a:pPr>
            <a:defRPr cap="all"/>
          </a:pPr>
          <a:r>
            <a:rPr lang="en-US"/>
            <a:t>Optimize SEM campaign budget allocation.</a:t>
          </a:r>
        </a:p>
      </dgm:t>
    </dgm:pt>
    <dgm:pt modelId="{3F1424D1-6E46-4355-A96B-2E414354E0C3}" type="parTrans" cxnId="{87616FC6-67E8-4BA8-BAC7-76DA7539E9A4}">
      <dgm:prSet/>
      <dgm:spPr/>
      <dgm:t>
        <a:bodyPr/>
        <a:lstStyle/>
        <a:p>
          <a:endParaRPr lang="en-US"/>
        </a:p>
      </dgm:t>
    </dgm:pt>
    <dgm:pt modelId="{81D41A5A-AB1D-48EC-B730-98907224DB57}" type="sibTrans" cxnId="{87616FC6-67E8-4BA8-BAC7-76DA7539E9A4}">
      <dgm:prSet/>
      <dgm:spPr/>
      <dgm:t>
        <a:bodyPr/>
        <a:lstStyle/>
        <a:p>
          <a:endParaRPr lang="en-US"/>
        </a:p>
      </dgm:t>
    </dgm:pt>
    <dgm:pt modelId="{32ABBA6C-1A38-4E20-9EC6-36743E350D03}" type="pres">
      <dgm:prSet presAssocID="{557E6261-EE52-4280-8BE0-F946D831122D}" presName="root" presStyleCnt="0">
        <dgm:presLayoutVars>
          <dgm:dir/>
          <dgm:resizeHandles val="exact"/>
        </dgm:presLayoutVars>
      </dgm:prSet>
      <dgm:spPr/>
    </dgm:pt>
    <dgm:pt modelId="{A2B6D013-F7F4-4299-8AAC-30D70904FF12}" type="pres">
      <dgm:prSet presAssocID="{2AC49600-747B-428F-A3F6-B2978048DD49}" presName="compNode" presStyleCnt="0"/>
      <dgm:spPr/>
    </dgm:pt>
    <dgm:pt modelId="{A8C24776-80DA-4724-9244-2F58BA531733}" type="pres">
      <dgm:prSet presAssocID="{2AC49600-747B-428F-A3F6-B2978048DD49}" presName="iconBgRect" presStyleLbl="bgShp" presStyleIdx="0" presStyleCnt="4"/>
      <dgm:spPr/>
    </dgm:pt>
    <dgm:pt modelId="{C5CAED71-AA8C-46BD-8335-68779662F42B}" type="pres">
      <dgm:prSet presAssocID="{2AC49600-747B-428F-A3F6-B2978048DD49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DF0342E7-DD8A-4145-8131-F57B83F0AB58}" type="pres">
      <dgm:prSet presAssocID="{2AC49600-747B-428F-A3F6-B2978048DD49}" presName="spaceRect" presStyleCnt="0"/>
      <dgm:spPr/>
    </dgm:pt>
    <dgm:pt modelId="{3B1B2390-DBC2-4BBC-8A72-4F6C5A9BECF6}" type="pres">
      <dgm:prSet presAssocID="{2AC49600-747B-428F-A3F6-B2978048DD49}" presName="textRect" presStyleLbl="revTx" presStyleIdx="0" presStyleCnt="4">
        <dgm:presLayoutVars>
          <dgm:chMax val="1"/>
          <dgm:chPref val="1"/>
        </dgm:presLayoutVars>
      </dgm:prSet>
      <dgm:spPr/>
    </dgm:pt>
    <dgm:pt modelId="{3D5D11CF-EAEE-48C4-BFAE-246A2ED389EC}" type="pres">
      <dgm:prSet presAssocID="{7C332F33-F499-415B-AC9F-88022D78E7AA}" presName="sibTrans" presStyleCnt="0"/>
      <dgm:spPr/>
    </dgm:pt>
    <dgm:pt modelId="{B3F3ABFA-3A64-44BF-B1A7-DF83A6972BB4}" type="pres">
      <dgm:prSet presAssocID="{8EF10C12-10AC-4B67-B8EC-2236D0602357}" presName="compNode" presStyleCnt="0"/>
      <dgm:spPr/>
    </dgm:pt>
    <dgm:pt modelId="{8D205177-3554-4C72-AA9D-948B808C00FF}" type="pres">
      <dgm:prSet presAssocID="{8EF10C12-10AC-4B67-B8EC-2236D0602357}" presName="iconBgRect" presStyleLbl="bgShp" presStyleIdx="1" presStyleCnt="4"/>
      <dgm:spPr/>
    </dgm:pt>
    <dgm:pt modelId="{74646DF6-B271-4AB6-8B68-011AB9176CFE}" type="pres">
      <dgm:prSet presAssocID="{8EF10C12-10AC-4B67-B8EC-2236D060235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F0614071-77B0-4F53-BD9A-5CB8D94E1618}" type="pres">
      <dgm:prSet presAssocID="{8EF10C12-10AC-4B67-B8EC-2236D0602357}" presName="spaceRect" presStyleCnt="0"/>
      <dgm:spPr/>
    </dgm:pt>
    <dgm:pt modelId="{B087F35B-059B-4A48-B04E-D147808A91A3}" type="pres">
      <dgm:prSet presAssocID="{8EF10C12-10AC-4B67-B8EC-2236D0602357}" presName="textRect" presStyleLbl="revTx" presStyleIdx="1" presStyleCnt="4">
        <dgm:presLayoutVars>
          <dgm:chMax val="1"/>
          <dgm:chPref val="1"/>
        </dgm:presLayoutVars>
      </dgm:prSet>
      <dgm:spPr/>
    </dgm:pt>
    <dgm:pt modelId="{A8228329-540B-4F53-A923-D40B42EDA245}" type="pres">
      <dgm:prSet presAssocID="{26143EF6-5362-4A55-BE00-028BEB80E5C3}" presName="sibTrans" presStyleCnt="0"/>
      <dgm:spPr/>
    </dgm:pt>
    <dgm:pt modelId="{8E310F2C-03BE-4578-8D8F-30C8ADFE2547}" type="pres">
      <dgm:prSet presAssocID="{C59F0777-0A5C-4CE3-B4C6-933095B03DAE}" presName="compNode" presStyleCnt="0"/>
      <dgm:spPr/>
    </dgm:pt>
    <dgm:pt modelId="{5CAF61DA-3006-4E72-AF82-04DACC791193}" type="pres">
      <dgm:prSet presAssocID="{C59F0777-0A5C-4CE3-B4C6-933095B03DAE}" presName="iconBgRect" presStyleLbl="bgShp" presStyleIdx="2" presStyleCnt="4"/>
      <dgm:spPr/>
    </dgm:pt>
    <dgm:pt modelId="{61D47EC2-E0FD-4B14-9FB6-2336C5A07AC4}" type="pres">
      <dgm:prSet presAssocID="{C59F0777-0A5C-4CE3-B4C6-933095B03DA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CC242DD5-89C9-4222-BD4C-900888D2E8BD}" type="pres">
      <dgm:prSet presAssocID="{C59F0777-0A5C-4CE3-B4C6-933095B03DAE}" presName="spaceRect" presStyleCnt="0"/>
      <dgm:spPr/>
    </dgm:pt>
    <dgm:pt modelId="{27B68C74-4D30-483D-A16C-7FBAA18BE890}" type="pres">
      <dgm:prSet presAssocID="{C59F0777-0A5C-4CE3-B4C6-933095B03DAE}" presName="textRect" presStyleLbl="revTx" presStyleIdx="2" presStyleCnt="4">
        <dgm:presLayoutVars>
          <dgm:chMax val="1"/>
          <dgm:chPref val="1"/>
        </dgm:presLayoutVars>
      </dgm:prSet>
      <dgm:spPr/>
    </dgm:pt>
    <dgm:pt modelId="{D93DEEAD-581F-472E-B714-5FD5969CE2D4}" type="pres">
      <dgm:prSet presAssocID="{FE1F7FEE-3AF0-46D1-B0D4-EDDDDB025676}" presName="sibTrans" presStyleCnt="0"/>
      <dgm:spPr/>
    </dgm:pt>
    <dgm:pt modelId="{C1C0DCC3-6330-46DB-A87C-97458D8EA84B}" type="pres">
      <dgm:prSet presAssocID="{8F20AABF-BB6B-4CBB-8A53-F40B3BE37DE1}" presName="compNode" presStyleCnt="0"/>
      <dgm:spPr/>
    </dgm:pt>
    <dgm:pt modelId="{29105CC0-AB77-41E5-8C6C-72357C221081}" type="pres">
      <dgm:prSet presAssocID="{8F20AABF-BB6B-4CBB-8A53-F40B3BE37DE1}" presName="iconBgRect" presStyleLbl="bgShp" presStyleIdx="3" presStyleCnt="4"/>
      <dgm:spPr/>
    </dgm:pt>
    <dgm:pt modelId="{42A32328-78B9-4649-AA24-6C09B36ED362}" type="pres">
      <dgm:prSet presAssocID="{8F20AABF-BB6B-4CBB-8A53-F40B3BE37DE1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9B73FBA7-3EAD-4097-A1DA-0E105FA3E334}" type="pres">
      <dgm:prSet presAssocID="{8F20AABF-BB6B-4CBB-8A53-F40B3BE37DE1}" presName="spaceRect" presStyleCnt="0"/>
      <dgm:spPr/>
    </dgm:pt>
    <dgm:pt modelId="{D55C360C-B9A1-41DD-A9DC-C76E6745B37C}" type="pres">
      <dgm:prSet presAssocID="{8F20AABF-BB6B-4CBB-8A53-F40B3BE37DE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FE78324-E040-4BAD-AE05-69119201A67F}" srcId="{557E6261-EE52-4280-8BE0-F946D831122D}" destId="{C59F0777-0A5C-4CE3-B4C6-933095B03DAE}" srcOrd="2" destOrd="0" parTransId="{A4D07B9F-0358-4931-985D-E4A012B60367}" sibTransId="{FE1F7FEE-3AF0-46D1-B0D4-EDDDDB025676}"/>
    <dgm:cxn modelId="{5373F226-DB19-43ED-845E-E0B8771EFBE9}" type="presOf" srcId="{8EF10C12-10AC-4B67-B8EC-2236D0602357}" destId="{B087F35B-059B-4A48-B04E-D147808A91A3}" srcOrd="0" destOrd="0" presId="urn:microsoft.com/office/officeart/2018/5/layout/IconCircleLabelList"/>
    <dgm:cxn modelId="{6C2DBC2F-37F1-43F5-843E-AC78F9CC87AE}" type="presOf" srcId="{2AC49600-747B-428F-A3F6-B2978048DD49}" destId="{3B1B2390-DBC2-4BBC-8A72-4F6C5A9BECF6}" srcOrd="0" destOrd="0" presId="urn:microsoft.com/office/officeart/2018/5/layout/IconCircleLabelList"/>
    <dgm:cxn modelId="{DB6F4456-BD66-429E-9A08-956A3C8B3119}" type="presOf" srcId="{8F20AABF-BB6B-4CBB-8A53-F40B3BE37DE1}" destId="{D55C360C-B9A1-41DD-A9DC-C76E6745B37C}" srcOrd="0" destOrd="0" presId="urn:microsoft.com/office/officeart/2018/5/layout/IconCircleLabelList"/>
    <dgm:cxn modelId="{256F436C-552F-4A15-BD4D-7BC50D9340BB}" srcId="{557E6261-EE52-4280-8BE0-F946D831122D}" destId="{2AC49600-747B-428F-A3F6-B2978048DD49}" srcOrd="0" destOrd="0" parTransId="{6617179B-2E99-4A1F-936A-A690EC9ED714}" sibTransId="{7C332F33-F499-415B-AC9F-88022D78E7AA}"/>
    <dgm:cxn modelId="{1F9E748B-459F-4D31-8F1A-1C4AFCDE21D2}" type="presOf" srcId="{C59F0777-0A5C-4CE3-B4C6-933095B03DAE}" destId="{27B68C74-4D30-483D-A16C-7FBAA18BE890}" srcOrd="0" destOrd="0" presId="urn:microsoft.com/office/officeart/2018/5/layout/IconCircleLabelList"/>
    <dgm:cxn modelId="{87616FC6-67E8-4BA8-BAC7-76DA7539E9A4}" srcId="{557E6261-EE52-4280-8BE0-F946D831122D}" destId="{8F20AABF-BB6B-4CBB-8A53-F40B3BE37DE1}" srcOrd="3" destOrd="0" parTransId="{3F1424D1-6E46-4355-A96B-2E414354E0C3}" sibTransId="{81D41A5A-AB1D-48EC-B730-98907224DB57}"/>
    <dgm:cxn modelId="{A6AB1BE0-EDD8-41E3-8DE7-3297C78A7E12}" srcId="{557E6261-EE52-4280-8BE0-F946D831122D}" destId="{8EF10C12-10AC-4B67-B8EC-2236D0602357}" srcOrd="1" destOrd="0" parTransId="{DEF30CF4-E2C5-4F7A-B516-B9C8135FA756}" sibTransId="{26143EF6-5362-4A55-BE00-028BEB80E5C3}"/>
    <dgm:cxn modelId="{7A116EEA-69F0-4879-9C32-4BA4DBAE2144}" type="presOf" srcId="{557E6261-EE52-4280-8BE0-F946D831122D}" destId="{32ABBA6C-1A38-4E20-9EC6-36743E350D03}" srcOrd="0" destOrd="0" presId="urn:microsoft.com/office/officeart/2018/5/layout/IconCircleLabelList"/>
    <dgm:cxn modelId="{58821EA6-FA7C-4AAE-9B88-50EDA4A0A266}" type="presParOf" srcId="{32ABBA6C-1A38-4E20-9EC6-36743E350D03}" destId="{A2B6D013-F7F4-4299-8AAC-30D70904FF12}" srcOrd="0" destOrd="0" presId="urn:microsoft.com/office/officeart/2018/5/layout/IconCircleLabelList"/>
    <dgm:cxn modelId="{FE86A6DE-F51F-47C8-956C-E7B4338DDF74}" type="presParOf" srcId="{A2B6D013-F7F4-4299-8AAC-30D70904FF12}" destId="{A8C24776-80DA-4724-9244-2F58BA531733}" srcOrd="0" destOrd="0" presId="urn:microsoft.com/office/officeart/2018/5/layout/IconCircleLabelList"/>
    <dgm:cxn modelId="{594DE26A-CCB1-45CC-97AC-EE581185D748}" type="presParOf" srcId="{A2B6D013-F7F4-4299-8AAC-30D70904FF12}" destId="{C5CAED71-AA8C-46BD-8335-68779662F42B}" srcOrd="1" destOrd="0" presId="urn:microsoft.com/office/officeart/2018/5/layout/IconCircleLabelList"/>
    <dgm:cxn modelId="{01AAF5E4-BBC7-4BA3-BF23-1A293479DEBF}" type="presParOf" srcId="{A2B6D013-F7F4-4299-8AAC-30D70904FF12}" destId="{DF0342E7-DD8A-4145-8131-F57B83F0AB58}" srcOrd="2" destOrd="0" presId="urn:microsoft.com/office/officeart/2018/5/layout/IconCircleLabelList"/>
    <dgm:cxn modelId="{0B82C7DF-4888-4EA9-8A62-511E11FA5AC9}" type="presParOf" srcId="{A2B6D013-F7F4-4299-8AAC-30D70904FF12}" destId="{3B1B2390-DBC2-4BBC-8A72-4F6C5A9BECF6}" srcOrd="3" destOrd="0" presId="urn:microsoft.com/office/officeart/2018/5/layout/IconCircleLabelList"/>
    <dgm:cxn modelId="{1A704555-E15A-434B-B897-284EF9B9E50F}" type="presParOf" srcId="{32ABBA6C-1A38-4E20-9EC6-36743E350D03}" destId="{3D5D11CF-EAEE-48C4-BFAE-246A2ED389EC}" srcOrd="1" destOrd="0" presId="urn:microsoft.com/office/officeart/2018/5/layout/IconCircleLabelList"/>
    <dgm:cxn modelId="{9493BD64-9F12-44F5-A563-D0C002BD5AC4}" type="presParOf" srcId="{32ABBA6C-1A38-4E20-9EC6-36743E350D03}" destId="{B3F3ABFA-3A64-44BF-B1A7-DF83A6972BB4}" srcOrd="2" destOrd="0" presId="urn:microsoft.com/office/officeart/2018/5/layout/IconCircleLabelList"/>
    <dgm:cxn modelId="{9928CF35-7898-4231-A818-3B91F13374F9}" type="presParOf" srcId="{B3F3ABFA-3A64-44BF-B1A7-DF83A6972BB4}" destId="{8D205177-3554-4C72-AA9D-948B808C00FF}" srcOrd="0" destOrd="0" presId="urn:microsoft.com/office/officeart/2018/5/layout/IconCircleLabelList"/>
    <dgm:cxn modelId="{D0E58F82-25F1-40DE-B9D2-32F7848BEAFE}" type="presParOf" srcId="{B3F3ABFA-3A64-44BF-B1A7-DF83A6972BB4}" destId="{74646DF6-B271-4AB6-8B68-011AB9176CFE}" srcOrd="1" destOrd="0" presId="urn:microsoft.com/office/officeart/2018/5/layout/IconCircleLabelList"/>
    <dgm:cxn modelId="{DC098930-3270-4A82-A33B-6AEB51E11932}" type="presParOf" srcId="{B3F3ABFA-3A64-44BF-B1A7-DF83A6972BB4}" destId="{F0614071-77B0-4F53-BD9A-5CB8D94E1618}" srcOrd="2" destOrd="0" presId="urn:microsoft.com/office/officeart/2018/5/layout/IconCircleLabelList"/>
    <dgm:cxn modelId="{C3E1E2F4-0DA2-414C-A5EF-7AD4FC8735CD}" type="presParOf" srcId="{B3F3ABFA-3A64-44BF-B1A7-DF83A6972BB4}" destId="{B087F35B-059B-4A48-B04E-D147808A91A3}" srcOrd="3" destOrd="0" presId="urn:microsoft.com/office/officeart/2018/5/layout/IconCircleLabelList"/>
    <dgm:cxn modelId="{829A6577-1978-4A9C-8ECE-6D506B4BDCE5}" type="presParOf" srcId="{32ABBA6C-1A38-4E20-9EC6-36743E350D03}" destId="{A8228329-540B-4F53-A923-D40B42EDA245}" srcOrd="3" destOrd="0" presId="urn:microsoft.com/office/officeart/2018/5/layout/IconCircleLabelList"/>
    <dgm:cxn modelId="{01077186-6DBB-4E86-A3F5-38CEF0048826}" type="presParOf" srcId="{32ABBA6C-1A38-4E20-9EC6-36743E350D03}" destId="{8E310F2C-03BE-4578-8D8F-30C8ADFE2547}" srcOrd="4" destOrd="0" presId="urn:microsoft.com/office/officeart/2018/5/layout/IconCircleLabelList"/>
    <dgm:cxn modelId="{A236C7E1-4E35-475C-B519-5ED3CD234568}" type="presParOf" srcId="{8E310F2C-03BE-4578-8D8F-30C8ADFE2547}" destId="{5CAF61DA-3006-4E72-AF82-04DACC791193}" srcOrd="0" destOrd="0" presId="urn:microsoft.com/office/officeart/2018/5/layout/IconCircleLabelList"/>
    <dgm:cxn modelId="{A1465211-C73B-40AF-A9A3-1EE58C38375F}" type="presParOf" srcId="{8E310F2C-03BE-4578-8D8F-30C8ADFE2547}" destId="{61D47EC2-E0FD-4B14-9FB6-2336C5A07AC4}" srcOrd="1" destOrd="0" presId="urn:microsoft.com/office/officeart/2018/5/layout/IconCircleLabelList"/>
    <dgm:cxn modelId="{4D0CA8E2-081A-41C1-B267-71AC94528E3E}" type="presParOf" srcId="{8E310F2C-03BE-4578-8D8F-30C8ADFE2547}" destId="{CC242DD5-89C9-4222-BD4C-900888D2E8BD}" srcOrd="2" destOrd="0" presId="urn:microsoft.com/office/officeart/2018/5/layout/IconCircleLabelList"/>
    <dgm:cxn modelId="{8296AE8D-59BD-4C6F-9F28-3C048821F593}" type="presParOf" srcId="{8E310F2C-03BE-4578-8D8F-30C8ADFE2547}" destId="{27B68C74-4D30-483D-A16C-7FBAA18BE890}" srcOrd="3" destOrd="0" presId="urn:microsoft.com/office/officeart/2018/5/layout/IconCircleLabelList"/>
    <dgm:cxn modelId="{3E8F3CD8-860F-4E3E-ADBE-A106D876E719}" type="presParOf" srcId="{32ABBA6C-1A38-4E20-9EC6-36743E350D03}" destId="{D93DEEAD-581F-472E-B714-5FD5969CE2D4}" srcOrd="5" destOrd="0" presId="urn:microsoft.com/office/officeart/2018/5/layout/IconCircleLabelList"/>
    <dgm:cxn modelId="{D1532EA1-AF60-4526-B171-1B9916D138B1}" type="presParOf" srcId="{32ABBA6C-1A38-4E20-9EC6-36743E350D03}" destId="{C1C0DCC3-6330-46DB-A87C-97458D8EA84B}" srcOrd="6" destOrd="0" presId="urn:microsoft.com/office/officeart/2018/5/layout/IconCircleLabelList"/>
    <dgm:cxn modelId="{11560392-E51C-4FAC-891C-BF46253765B9}" type="presParOf" srcId="{C1C0DCC3-6330-46DB-A87C-97458D8EA84B}" destId="{29105CC0-AB77-41E5-8C6C-72357C221081}" srcOrd="0" destOrd="0" presId="urn:microsoft.com/office/officeart/2018/5/layout/IconCircleLabelList"/>
    <dgm:cxn modelId="{ADE32C4D-9735-48F8-9F46-0F9834B977C9}" type="presParOf" srcId="{C1C0DCC3-6330-46DB-A87C-97458D8EA84B}" destId="{42A32328-78B9-4649-AA24-6C09B36ED362}" srcOrd="1" destOrd="0" presId="urn:microsoft.com/office/officeart/2018/5/layout/IconCircleLabelList"/>
    <dgm:cxn modelId="{6C1FF330-38F1-4DAF-B617-36FC534E8734}" type="presParOf" srcId="{C1C0DCC3-6330-46DB-A87C-97458D8EA84B}" destId="{9B73FBA7-3EAD-4097-A1DA-0E105FA3E334}" srcOrd="2" destOrd="0" presId="urn:microsoft.com/office/officeart/2018/5/layout/IconCircleLabelList"/>
    <dgm:cxn modelId="{EB9ADA52-551F-42BA-AD2D-F2DE0F24B1EF}" type="presParOf" srcId="{C1C0DCC3-6330-46DB-A87C-97458D8EA84B}" destId="{D55C360C-B9A1-41DD-A9DC-C76E6745B37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DF4AED-1432-0149-B116-0A4E215E5517}">
      <dsp:nvSpPr>
        <dsp:cNvPr id="0" name=""/>
        <dsp:cNvSpPr/>
      </dsp:nvSpPr>
      <dsp:spPr>
        <a:xfrm>
          <a:off x="749153" y="3413"/>
          <a:ext cx="2092988" cy="12557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Revenue</a:t>
          </a:r>
        </a:p>
      </dsp:txBody>
      <dsp:txXfrm>
        <a:off x="749153" y="3413"/>
        <a:ext cx="2092988" cy="1255793"/>
      </dsp:txXfrm>
    </dsp:sp>
    <dsp:sp modelId="{24583ADD-F904-084D-A09A-F01B0627F4E2}">
      <dsp:nvSpPr>
        <dsp:cNvPr id="0" name=""/>
        <dsp:cNvSpPr/>
      </dsp:nvSpPr>
      <dsp:spPr>
        <a:xfrm>
          <a:off x="3051441" y="3413"/>
          <a:ext cx="2092988" cy="1255793"/>
        </a:xfrm>
        <a:prstGeom prst="rect">
          <a:avLst/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ROAS</a:t>
          </a:r>
        </a:p>
      </dsp:txBody>
      <dsp:txXfrm>
        <a:off x="3051441" y="3413"/>
        <a:ext cx="2092988" cy="1255793"/>
      </dsp:txXfrm>
    </dsp:sp>
    <dsp:sp modelId="{942AC4F3-306B-A942-B632-65CDBB3A5100}">
      <dsp:nvSpPr>
        <dsp:cNvPr id="0" name=""/>
        <dsp:cNvSpPr/>
      </dsp:nvSpPr>
      <dsp:spPr>
        <a:xfrm>
          <a:off x="5353728" y="3413"/>
          <a:ext cx="2092988" cy="1255793"/>
        </a:xfrm>
        <a:prstGeom prst="rect">
          <a:avLst/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Conversion Rate</a:t>
          </a:r>
        </a:p>
      </dsp:txBody>
      <dsp:txXfrm>
        <a:off x="5353728" y="3413"/>
        <a:ext cx="2092988" cy="1255793"/>
      </dsp:txXfrm>
    </dsp:sp>
    <dsp:sp modelId="{ECACA556-3504-D842-A53E-B84998FF3F61}">
      <dsp:nvSpPr>
        <dsp:cNvPr id="0" name=""/>
        <dsp:cNvSpPr/>
      </dsp:nvSpPr>
      <dsp:spPr>
        <a:xfrm>
          <a:off x="749153" y="1468505"/>
          <a:ext cx="2092988" cy="1255793"/>
        </a:xfrm>
        <a:prstGeom prst="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Retention</a:t>
          </a:r>
        </a:p>
      </dsp:txBody>
      <dsp:txXfrm>
        <a:off x="749153" y="1468505"/>
        <a:ext cx="2092988" cy="1255793"/>
      </dsp:txXfrm>
    </dsp:sp>
    <dsp:sp modelId="{FB0ED1F5-DB77-3946-ACAF-83F7CE5F778F}">
      <dsp:nvSpPr>
        <dsp:cNvPr id="0" name=""/>
        <dsp:cNvSpPr/>
      </dsp:nvSpPr>
      <dsp:spPr>
        <a:xfrm>
          <a:off x="3051441" y="1468505"/>
          <a:ext cx="2092988" cy="1255793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Orders</a:t>
          </a:r>
        </a:p>
      </dsp:txBody>
      <dsp:txXfrm>
        <a:off x="3051441" y="1468505"/>
        <a:ext cx="2092988" cy="1255793"/>
      </dsp:txXfrm>
    </dsp:sp>
    <dsp:sp modelId="{88861FB4-BE08-404A-B2DD-088C3DBFCE19}">
      <dsp:nvSpPr>
        <dsp:cNvPr id="0" name=""/>
        <dsp:cNvSpPr/>
      </dsp:nvSpPr>
      <dsp:spPr>
        <a:xfrm>
          <a:off x="5353728" y="1468505"/>
          <a:ext cx="2092988" cy="1255793"/>
        </a:xfrm>
        <a:prstGeom prst="rect">
          <a:avLst/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SEO Performance</a:t>
          </a:r>
        </a:p>
      </dsp:txBody>
      <dsp:txXfrm>
        <a:off x="5353728" y="1468505"/>
        <a:ext cx="2092988" cy="1255793"/>
      </dsp:txXfrm>
    </dsp:sp>
    <dsp:sp modelId="{C4159DB1-F338-854D-9CA8-272EB4D2A601}">
      <dsp:nvSpPr>
        <dsp:cNvPr id="0" name=""/>
        <dsp:cNvSpPr/>
      </dsp:nvSpPr>
      <dsp:spPr>
        <a:xfrm>
          <a:off x="3051441" y="2933597"/>
          <a:ext cx="2092988" cy="1255793"/>
        </a:xfrm>
        <a:prstGeom prst="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SEM Spend Efficiency</a:t>
          </a:r>
        </a:p>
      </dsp:txBody>
      <dsp:txXfrm>
        <a:off x="3051441" y="2933597"/>
        <a:ext cx="2092988" cy="12557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C24776-80DA-4724-9244-2F58BA531733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CAED71-AA8C-46BD-8335-68779662F42B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1B2390-DBC2-4BBC-8A72-4F6C5A9BECF6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Increase investment in high-performing channels.</a:t>
          </a:r>
        </a:p>
      </dsp:txBody>
      <dsp:txXfrm>
        <a:off x="25435" y="2456402"/>
        <a:ext cx="1800000" cy="720000"/>
      </dsp:txXfrm>
    </dsp:sp>
    <dsp:sp modelId="{8D205177-3554-4C72-AA9D-948B808C00FF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646DF6-B271-4AB6-8B68-011AB9176CFE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87F35B-059B-4A48-B04E-D147808A91A3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Improve checkout conversion flow.</a:t>
          </a:r>
        </a:p>
      </dsp:txBody>
      <dsp:txXfrm>
        <a:off x="2140435" y="2456402"/>
        <a:ext cx="1800000" cy="720000"/>
      </dsp:txXfrm>
    </dsp:sp>
    <dsp:sp modelId="{5CAF61DA-3006-4E72-AF82-04DACC791193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D47EC2-E0FD-4B14-9FB6-2336C5A07AC4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B68C74-4D30-483D-A16C-7FBAA18BE890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Expand SEO content strategy.</a:t>
          </a:r>
        </a:p>
      </dsp:txBody>
      <dsp:txXfrm>
        <a:off x="4255435" y="2456402"/>
        <a:ext cx="1800000" cy="720000"/>
      </dsp:txXfrm>
    </dsp:sp>
    <dsp:sp modelId="{29105CC0-AB77-41E5-8C6C-72357C221081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A32328-78B9-4649-AA24-6C09B36ED362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5C360C-B9A1-41DD-A9DC-C76E6745B37C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Optimize SEM campaign budget allocation.</a:t>
          </a:r>
        </a:p>
      </dsp:txBody>
      <dsp:txXfrm>
        <a:off x="6370435" y="245640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50D0CF-1ECC-544B-7BCF-237016391C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00" r="-1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950" y="1860919"/>
            <a:ext cx="373146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7896" y="2299176"/>
            <a:ext cx="3098526" cy="1571164"/>
          </a:xfrm>
        </p:spPr>
        <p:txBody>
          <a:bodyPr anchor="t">
            <a:normAutofit/>
          </a:bodyPr>
          <a:lstStyle/>
          <a:p>
            <a:pPr algn="l"/>
            <a:r>
              <a:rPr lang="en-US" sz="3100"/>
              <a:t>02 Conversion Funnel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7896" y="4199213"/>
            <a:ext cx="3143954" cy="598548"/>
          </a:xfrm>
        </p:spPr>
        <p:txBody>
          <a:bodyPr anchor="ctr">
            <a:normAutofit/>
          </a:bodyPr>
          <a:lstStyle/>
          <a:p>
            <a:pPr algn="l"/>
            <a:r>
              <a:rPr lang="en-US" sz="1600"/>
              <a:t>Premium Marketing Analytics Portfolio Presentation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52377" y="403477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D1A9D8B-3117-4D9D-BDA4-DD8189509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5600700" cy="6858000"/>
            <a:chOff x="7467600" y="0"/>
            <a:chExt cx="47244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7877B25-8C10-4C8D-BC88-BF3C557F8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F0DD86-96CD-4F5F-BA4D-FFC17F2D6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D92035A-AA2F-4CD8-A556-1CE8BDEC7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27275" cy="6858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990600"/>
            <a:ext cx="84582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676400"/>
            <a:ext cx="2857500" cy="3505200"/>
          </a:xfrm>
        </p:spPr>
        <p:txBody>
          <a:bodyPr anchor="t">
            <a:normAutofit/>
          </a:bodyPr>
          <a:lstStyle/>
          <a:p>
            <a:r>
              <a:rPr lang="en-US" sz="3500"/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3" y="1676400"/>
            <a:ext cx="4229097" cy="3505200"/>
          </a:xfrm>
        </p:spPr>
        <p:txBody>
          <a:bodyPr>
            <a:normAutofit/>
          </a:bodyPr>
          <a:lstStyle/>
          <a:p>
            <a:r>
              <a:rPr lang="en-US" sz="2100">
                <a:solidFill>
                  <a:schemeClr val="tx1">
                    <a:alpha val="55000"/>
                  </a:schemeClr>
                </a:solidFill>
              </a:rPr>
              <a:t>Leadership lacked visibility into conversion performance, revenue trends, SEO/SEM effectiveness, and customer behavior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KPIs Tracked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F1181AD-AA63-CA47-3A1C-BF984E68FB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261581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Business Recommendations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486D15-89AD-7E0D-02F1-ADFFB0CFE7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872150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Portfolio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This project demonstrates dashboard analytics, SQL reporting, Python/R workflows, SEO/SEM analysis, and executive KPI storytelling.</a:t>
            </a: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0A5838C8-323B-D674-5791-6435977F70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872" r="23586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94</Words>
  <Application>Microsoft Macintosh PowerPoint</Application>
  <PresentationFormat>On-screen Show (4:3)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02 Conversion Funnel Analytics</vt:lpstr>
      <vt:lpstr>Business Problem</vt:lpstr>
      <vt:lpstr>KPIs Tracked</vt:lpstr>
      <vt:lpstr>Business Recommendations</vt:lpstr>
      <vt:lpstr>Portfolio 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Jamie Christian</cp:lastModifiedBy>
  <cp:revision>2</cp:revision>
  <dcterms:created xsi:type="dcterms:W3CDTF">2013-01-27T09:14:16Z</dcterms:created>
  <dcterms:modified xsi:type="dcterms:W3CDTF">2026-05-08T04:54:31Z</dcterms:modified>
  <cp:category/>
</cp:coreProperties>
</file>