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96"/>
  </p:normalViewPr>
  <p:slideViewPr>
    <p:cSldViewPr snapToGrid="0" snapToObjects="1">
      <p:cViewPr>
        <p:scale>
          <a:sx n="100" d="100"/>
          <a:sy n="100" d="100"/>
        </p:scale>
        <p:origin x="656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59C2C0-10BC-4AF8-9D68-7431D9BD990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58E455B-5AB4-43A7-81CD-0015D670604A}">
      <dgm:prSet/>
      <dgm:spPr/>
      <dgm:t>
        <a:bodyPr/>
        <a:lstStyle/>
        <a:p>
          <a:r>
            <a:rPr lang="en-US"/>
            <a:t>Revenue</a:t>
          </a:r>
        </a:p>
      </dgm:t>
    </dgm:pt>
    <dgm:pt modelId="{81C8CCA4-C150-4E74-B296-7B8D6CCC8761}" type="parTrans" cxnId="{A7281187-BBCF-46FF-A8B8-3C49664CA19E}">
      <dgm:prSet/>
      <dgm:spPr/>
      <dgm:t>
        <a:bodyPr/>
        <a:lstStyle/>
        <a:p>
          <a:endParaRPr lang="en-US"/>
        </a:p>
      </dgm:t>
    </dgm:pt>
    <dgm:pt modelId="{20F67C09-7286-4C1F-8FBE-92CDCD6EC630}" type="sibTrans" cxnId="{A7281187-BBCF-46FF-A8B8-3C49664CA19E}">
      <dgm:prSet/>
      <dgm:spPr/>
      <dgm:t>
        <a:bodyPr/>
        <a:lstStyle/>
        <a:p>
          <a:endParaRPr lang="en-US"/>
        </a:p>
      </dgm:t>
    </dgm:pt>
    <dgm:pt modelId="{F01C16CE-FD05-4AA6-BA3C-E61C0B0F2742}">
      <dgm:prSet/>
      <dgm:spPr/>
      <dgm:t>
        <a:bodyPr/>
        <a:lstStyle/>
        <a:p>
          <a:r>
            <a:rPr lang="en-US"/>
            <a:t>ROAS</a:t>
          </a:r>
        </a:p>
      </dgm:t>
    </dgm:pt>
    <dgm:pt modelId="{63BDFF59-E972-4CFA-82B4-091308E93DD2}" type="parTrans" cxnId="{D7832A83-C7AE-4230-90F6-D1E50E2EDFD9}">
      <dgm:prSet/>
      <dgm:spPr/>
      <dgm:t>
        <a:bodyPr/>
        <a:lstStyle/>
        <a:p>
          <a:endParaRPr lang="en-US"/>
        </a:p>
      </dgm:t>
    </dgm:pt>
    <dgm:pt modelId="{ED2D2D2E-D90B-4C02-A0BA-AFB05FBABA29}" type="sibTrans" cxnId="{D7832A83-C7AE-4230-90F6-D1E50E2EDFD9}">
      <dgm:prSet/>
      <dgm:spPr/>
      <dgm:t>
        <a:bodyPr/>
        <a:lstStyle/>
        <a:p>
          <a:endParaRPr lang="en-US"/>
        </a:p>
      </dgm:t>
    </dgm:pt>
    <dgm:pt modelId="{6A7EF957-6A18-43D2-9454-F0A3498B9945}">
      <dgm:prSet/>
      <dgm:spPr/>
      <dgm:t>
        <a:bodyPr/>
        <a:lstStyle/>
        <a:p>
          <a:r>
            <a:rPr lang="en-US"/>
            <a:t>Conversion Rate</a:t>
          </a:r>
        </a:p>
      </dgm:t>
    </dgm:pt>
    <dgm:pt modelId="{00C6CF0E-0F62-4C24-8AED-302F7C9C7056}" type="parTrans" cxnId="{EFF94749-EC37-489E-AE0C-B1C1E921BC7F}">
      <dgm:prSet/>
      <dgm:spPr/>
      <dgm:t>
        <a:bodyPr/>
        <a:lstStyle/>
        <a:p>
          <a:endParaRPr lang="en-US"/>
        </a:p>
      </dgm:t>
    </dgm:pt>
    <dgm:pt modelId="{187C0A3C-B3C9-4B12-B261-49E9E3B94181}" type="sibTrans" cxnId="{EFF94749-EC37-489E-AE0C-B1C1E921BC7F}">
      <dgm:prSet/>
      <dgm:spPr/>
      <dgm:t>
        <a:bodyPr/>
        <a:lstStyle/>
        <a:p>
          <a:endParaRPr lang="en-US"/>
        </a:p>
      </dgm:t>
    </dgm:pt>
    <dgm:pt modelId="{3ADE9E2C-2254-4603-BB13-B0CC64BE280D}">
      <dgm:prSet/>
      <dgm:spPr/>
      <dgm:t>
        <a:bodyPr/>
        <a:lstStyle/>
        <a:p>
          <a:r>
            <a:rPr lang="en-US"/>
            <a:t>Retention</a:t>
          </a:r>
        </a:p>
      </dgm:t>
    </dgm:pt>
    <dgm:pt modelId="{08F4CAEC-E6BB-4585-A1B5-92F23304D7C2}" type="parTrans" cxnId="{3FC4E2EF-4B6C-4470-89EA-A6E4CA1EB35C}">
      <dgm:prSet/>
      <dgm:spPr/>
      <dgm:t>
        <a:bodyPr/>
        <a:lstStyle/>
        <a:p>
          <a:endParaRPr lang="en-US"/>
        </a:p>
      </dgm:t>
    </dgm:pt>
    <dgm:pt modelId="{8AC14103-9532-4D31-8332-C49FD19FFE0D}" type="sibTrans" cxnId="{3FC4E2EF-4B6C-4470-89EA-A6E4CA1EB35C}">
      <dgm:prSet/>
      <dgm:spPr/>
      <dgm:t>
        <a:bodyPr/>
        <a:lstStyle/>
        <a:p>
          <a:endParaRPr lang="en-US"/>
        </a:p>
      </dgm:t>
    </dgm:pt>
    <dgm:pt modelId="{C332B075-9605-4956-BDEE-EA54023C86E5}">
      <dgm:prSet/>
      <dgm:spPr/>
      <dgm:t>
        <a:bodyPr/>
        <a:lstStyle/>
        <a:p>
          <a:r>
            <a:rPr lang="en-US"/>
            <a:t>Orders</a:t>
          </a:r>
        </a:p>
      </dgm:t>
    </dgm:pt>
    <dgm:pt modelId="{0FFAF037-F691-4492-9441-0A7800077EA9}" type="parTrans" cxnId="{BC0C47F2-249D-47A7-99BD-C9180DE49F7A}">
      <dgm:prSet/>
      <dgm:spPr/>
      <dgm:t>
        <a:bodyPr/>
        <a:lstStyle/>
        <a:p>
          <a:endParaRPr lang="en-US"/>
        </a:p>
      </dgm:t>
    </dgm:pt>
    <dgm:pt modelId="{F44A268A-0F69-4578-BC1C-C11A1CD63037}" type="sibTrans" cxnId="{BC0C47F2-249D-47A7-99BD-C9180DE49F7A}">
      <dgm:prSet/>
      <dgm:spPr/>
      <dgm:t>
        <a:bodyPr/>
        <a:lstStyle/>
        <a:p>
          <a:endParaRPr lang="en-US"/>
        </a:p>
      </dgm:t>
    </dgm:pt>
    <dgm:pt modelId="{EACD3F44-54F1-4E53-A8D6-A608A60763A6}">
      <dgm:prSet/>
      <dgm:spPr/>
      <dgm:t>
        <a:bodyPr/>
        <a:lstStyle/>
        <a:p>
          <a:r>
            <a:rPr lang="en-US"/>
            <a:t>SEO Performance</a:t>
          </a:r>
        </a:p>
      </dgm:t>
    </dgm:pt>
    <dgm:pt modelId="{2359DB71-6463-4F6C-BAB8-963CA55656B6}" type="parTrans" cxnId="{911081A6-2B69-4869-BADE-5B4C5B3E1029}">
      <dgm:prSet/>
      <dgm:spPr/>
      <dgm:t>
        <a:bodyPr/>
        <a:lstStyle/>
        <a:p>
          <a:endParaRPr lang="en-US"/>
        </a:p>
      </dgm:t>
    </dgm:pt>
    <dgm:pt modelId="{EA2DE4F3-928A-483C-A904-4C9140A39408}" type="sibTrans" cxnId="{911081A6-2B69-4869-BADE-5B4C5B3E1029}">
      <dgm:prSet/>
      <dgm:spPr/>
      <dgm:t>
        <a:bodyPr/>
        <a:lstStyle/>
        <a:p>
          <a:endParaRPr lang="en-US"/>
        </a:p>
      </dgm:t>
    </dgm:pt>
    <dgm:pt modelId="{30D29336-1662-4BDD-B508-FA8A7235E59E}">
      <dgm:prSet/>
      <dgm:spPr/>
      <dgm:t>
        <a:bodyPr/>
        <a:lstStyle/>
        <a:p>
          <a:r>
            <a:rPr lang="en-US"/>
            <a:t>SEM Spend Efficiency</a:t>
          </a:r>
        </a:p>
      </dgm:t>
    </dgm:pt>
    <dgm:pt modelId="{B37D02DC-7E5F-4D77-98AE-BF55960D030E}" type="parTrans" cxnId="{D4FA6A07-ADFE-425B-90D5-AEFB39EAC096}">
      <dgm:prSet/>
      <dgm:spPr/>
      <dgm:t>
        <a:bodyPr/>
        <a:lstStyle/>
        <a:p>
          <a:endParaRPr lang="en-US"/>
        </a:p>
      </dgm:t>
    </dgm:pt>
    <dgm:pt modelId="{40C334A3-09C2-42CD-AF26-918F66643E37}" type="sibTrans" cxnId="{D4FA6A07-ADFE-425B-90D5-AEFB39EAC096}">
      <dgm:prSet/>
      <dgm:spPr/>
      <dgm:t>
        <a:bodyPr/>
        <a:lstStyle/>
        <a:p>
          <a:endParaRPr lang="en-US"/>
        </a:p>
      </dgm:t>
    </dgm:pt>
    <dgm:pt modelId="{91D0C2B6-88C3-2A4D-B0B6-D71E09CCE6D3}" type="pres">
      <dgm:prSet presAssocID="{5C59C2C0-10BC-4AF8-9D68-7431D9BD990A}" presName="diagram" presStyleCnt="0">
        <dgm:presLayoutVars>
          <dgm:dir/>
          <dgm:resizeHandles val="exact"/>
        </dgm:presLayoutVars>
      </dgm:prSet>
      <dgm:spPr/>
    </dgm:pt>
    <dgm:pt modelId="{2FDAF4B6-0C17-874D-AE57-3EB41E5E018E}" type="pres">
      <dgm:prSet presAssocID="{858E455B-5AB4-43A7-81CD-0015D670604A}" presName="node" presStyleLbl="node1" presStyleIdx="0" presStyleCnt="7">
        <dgm:presLayoutVars>
          <dgm:bulletEnabled val="1"/>
        </dgm:presLayoutVars>
      </dgm:prSet>
      <dgm:spPr/>
    </dgm:pt>
    <dgm:pt modelId="{E864C82F-F9A0-6F49-ACCE-8DA62FA7F96C}" type="pres">
      <dgm:prSet presAssocID="{20F67C09-7286-4C1F-8FBE-92CDCD6EC630}" presName="sibTrans" presStyleCnt="0"/>
      <dgm:spPr/>
    </dgm:pt>
    <dgm:pt modelId="{2576F867-99C2-6C40-A4B3-C4970A6ECFBA}" type="pres">
      <dgm:prSet presAssocID="{F01C16CE-FD05-4AA6-BA3C-E61C0B0F2742}" presName="node" presStyleLbl="node1" presStyleIdx="1" presStyleCnt="7">
        <dgm:presLayoutVars>
          <dgm:bulletEnabled val="1"/>
        </dgm:presLayoutVars>
      </dgm:prSet>
      <dgm:spPr/>
    </dgm:pt>
    <dgm:pt modelId="{9C71269E-DCCE-DA4E-82E7-6DE43AACD86D}" type="pres">
      <dgm:prSet presAssocID="{ED2D2D2E-D90B-4C02-A0BA-AFB05FBABA29}" presName="sibTrans" presStyleCnt="0"/>
      <dgm:spPr/>
    </dgm:pt>
    <dgm:pt modelId="{603EF488-CF4D-0648-84B4-9A082E16BE7F}" type="pres">
      <dgm:prSet presAssocID="{6A7EF957-6A18-43D2-9454-F0A3498B9945}" presName="node" presStyleLbl="node1" presStyleIdx="2" presStyleCnt="7">
        <dgm:presLayoutVars>
          <dgm:bulletEnabled val="1"/>
        </dgm:presLayoutVars>
      </dgm:prSet>
      <dgm:spPr/>
    </dgm:pt>
    <dgm:pt modelId="{F780AA75-8E32-514A-BAC5-3E7ADA259831}" type="pres">
      <dgm:prSet presAssocID="{187C0A3C-B3C9-4B12-B261-49E9E3B94181}" presName="sibTrans" presStyleCnt="0"/>
      <dgm:spPr/>
    </dgm:pt>
    <dgm:pt modelId="{78DD0232-4E32-9640-A940-BB67372B1D86}" type="pres">
      <dgm:prSet presAssocID="{3ADE9E2C-2254-4603-BB13-B0CC64BE280D}" presName="node" presStyleLbl="node1" presStyleIdx="3" presStyleCnt="7">
        <dgm:presLayoutVars>
          <dgm:bulletEnabled val="1"/>
        </dgm:presLayoutVars>
      </dgm:prSet>
      <dgm:spPr/>
    </dgm:pt>
    <dgm:pt modelId="{149FD867-BB7C-3C44-87C1-5679E95FE360}" type="pres">
      <dgm:prSet presAssocID="{8AC14103-9532-4D31-8332-C49FD19FFE0D}" presName="sibTrans" presStyleCnt="0"/>
      <dgm:spPr/>
    </dgm:pt>
    <dgm:pt modelId="{F2551CE8-512F-3646-8F3E-2BDAD2200682}" type="pres">
      <dgm:prSet presAssocID="{C332B075-9605-4956-BDEE-EA54023C86E5}" presName="node" presStyleLbl="node1" presStyleIdx="4" presStyleCnt="7">
        <dgm:presLayoutVars>
          <dgm:bulletEnabled val="1"/>
        </dgm:presLayoutVars>
      </dgm:prSet>
      <dgm:spPr/>
    </dgm:pt>
    <dgm:pt modelId="{0C0BBA2A-3304-2D44-8579-0B82E400FEDC}" type="pres">
      <dgm:prSet presAssocID="{F44A268A-0F69-4578-BC1C-C11A1CD63037}" presName="sibTrans" presStyleCnt="0"/>
      <dgm:spPr/>
    </dgm:pt>
    <dgm:pt modelId="{649AB237-A19B-7D45-85C3-FCBEC31CE243}" type="pres">
      <dgm:prSet presAssocID="{EACD3F44-54F1-4E53-A8D6-A608A60763A6}" presName="node" presStyleLbl="node1" presStyleIdx="5" presStyleCnt="7">
        <dgm:presLayoutVars>
          <dgm:bulletEnabled val="1"/>
        </dgm:presLayoutVars>
      </dgm:prSet>
      <dgm:spPr/>
    </dgm:pt>
    <dgm:pt modelId="{6750B11C-DDCC-9C4D-A920-13DBD2F8F170}" type="pres">
      <dgm:prSet presAssocID="{EA2DE4F3-928A-483C-A904-4C9140A39408}" presName="sibTrans" presStyleCnt="0"/>
      <dgm:spPr/>
    </dgm:pt>
    <dgm:pt modelId="{3634D3C0-0434-2044-ABD1-AF09EF71F4A7}" type="pres">
      <dgm:prSet presAssocID="{30D29336-1662-4BDD-B508-FA8A7235E59E}" presName="node" presStyleLbl="node1" presStyleIdx="6" presStyleCnt="7">
        <dgm:presLayoutVars>
          <dgm:bulletEnabled val="1"/>
        </dgm:presLayoutVars>
      </dgm:prSet>
      <dgm:spPr/>
    </dgm:pt>
  </dgm:ptLst>
  <dgm:cxnLst>
    <dgm:cxn modelId="{654DF301-1E7C-A346-81E3-1E842A8A1948}" type="presOf" srcId="{3ADE9E2C-2254-4603-BB13-B0CC64BE280D}" destId="{78DD0232-4E32-9640-A940-BB67372B1D86}" srcOrd="0" destOrd="0" presId="urn:microsoft.com/office/officeart/2005/8/layout/default"/>
    <dgm:cxn modelId="{D4FA6A07-ADFE-425B-90D5-AEFB39EAC096}" srcId="{5C59C2C0-10BC-4AF8-9D68-7431D9BD990A}" destId="{30D29336-1662-4BDD-B508-FA8A7235E59E}" srcOrd="6" destOrd="0" parTransId="{B37D02DC-7E5F-4D77-98AE-BF55960D030E}" sibTransId="{40C334A3-09C2-42CD-AF26-918F66643E37}"/>
    <dgm:cxn modelId="{BDC1E614-FF00-6540-8D8E-5C4D7C8D68C9}" type="presOf" srcId="{EACD3F44-54F1-4E53-A8D6-A608A60763A6}" destId="{649AB237-A19B-7D45-85C3-FCBEC31CE243}" srcOrd="0" destOrd="0" presId="urn:microsoft.com/office/officeart/2005/8/layout/default"/>
    <dgm:cxn modelId="{C3AFA429-06C6-F440-9EE5-7ED85F79666A}" type="presOf" srcId="{858E455B-5AB4-43A7-81CD-0015D670604A}" destId="{2FDAF4B6-0C17-874D-AE57-3EB41E5E018E}" srcOrd="0" destOrd="0" presId="urn:microsoft.com/office/officeart/2005/8/layout/default"/>
    <dgm:cxn modelId="{EFF94749-EC37-489E-AE0C-B1C1E921BC7F}" srcId="{5C59C2C0-10BC-4AF8-9D68-7431D9BD990A}" destId="{6A7EF957-6A18-43D2-9454-F0A3498B9945}" srcOrd="2" destOrd="0" parTransId="{00C6CF0E-0F62-4C24-8AED-302F7C9C7056}" sibTransId="{187C0A3C-B3C9-4B12-B261-49E9E3B94181}"/>
    <dgm:cxn modelId="{FFBDE758-DD49-D44B-9D41-731A57A6DF21}" type="presOf" srcId="{F01C16CE-FD05-4AA6-BA3C-E61C0B0F2742}" destId="{2576F867-99C2-6C40-A4B3-C4970A6ECFBA}" srcOrd="0" destOrd="0" presId="urn:microsoft.com/office/officeart/2005/8/layout/default"/>
    <dgm:cxn modelId="{ED7F727B-E52D-4746-ADB3-C702AD7C1C44}" type="presOf" srcId="{C332B075-9605-4956-BDEE-EA54023C86E5}" destId="{F2551CE8-512F-3646-8F3E-2BDAD2200682}" srcOrd="0" destOrd="0" presId="urn:microsoft.com/office/officeart/2005/8/layout/default"/>
    <dgm:cxn modelId="{D7832A83-C7AE-4230-90F6-D1E50E2EDFD9}" srcId="{5C59C2C0-10BC-4AF8-9D68-7431D9BD990A}" destId="{F01C16CE-FD05-4AA6-BA3C-E61C0B0F2742}" srcOrd="1" destOrd="0" parTransId="{63BDFF59-E972-4CFA-82B4-091308E93DD2}" sibTransId="{ED2D2D2E-D90B-4C02-A0BA-AFB05FBABA29}"/>
    <dgm:cxn modelId="{A7281187-BBCF-46FF-A8B8-3C49664CA19E}" srcId="{5C59C2C0-10BC-4AF8-9D68-7431D9BD990A}" destId="{858E455B-5AB4-43A7-81CD-0015D670604A}" srcOrd="0" destOrd="0" parTransId="{81C8CCA4-C150-4E74-B296-7B8D6CCC8761}" sibTransId="{20F67C09-7286-4C1F-8FBE-92CDCD6EC630}"/>
    <dgm:cxn modelId="{50A95697-613D-F444-8AED-BDDEE454A6D1}" type="presOf" srcId="{30D29336-1662-4BDD-B508-FA8A7235E59E}" destId="{3634D3C0-0434-2044-ABD1-AF09EF71F4A7}" srcOrd="0" destOrd="0" presId="urn:microsoft.com/office/officeart/2005/8/layout/default"/>
    <dgm:cxn modelId="{520AACA2-522F-AE4B-90EA-75314D3AF2CB}" type="presOf" srcId="{5C59C2C0-10BC-4AF8-9D68-7431D9BD990A}" destId="{91D0C2B6-88C3-2A4D-B0B6-D71E09CCE6D3}" srcOrd="0" destOrd="0" presId="urn:microsoft.com/office/officeart/2005/8/layout/default"/>
    <dgm:cxn modelId="{911081A6-2B69-4869-BADE-5B4C5B3E1029}" srcId="{5C59C2C0-10BC-4AF8-9D68-7431D9BD990A}" destId="{EACD3F44-54F1-4E53-A8D6-A608A60763A6}" srcOrd="5" destOrd="0" parTransId="{2359DB71-6463-4F6C-BAB8-963CA55656B6}" sibTransId="{EA2DE4F3-928A-483C-A904-4C9140A39408}"/>
    <dgm:cxn modelId="{59F298C7-C06F-0F41-9F4D-CB8BD864FCD4}" type="presOf" srcId="{6A7EF957-6A18-43D2-9454-F0A3498B9945}" destId="{603EF488-CF4D-0648-84B4-9A082E16BE7F}" srcOrd="0" destOrd="0" presId="urn:microsoft.com/office/officeart/2005/8/layout/default"/>
    <dgm:cxn modelId="{3FC4E2EF-4B6C-4470-89EA-A6E4CA1EB35C}" srcId="{5C59C2C0-10BC-4AF8-9D68-7431D9BD990A}" destId="{3ADE9E2C-2254-4603-BB13-B0CC64BE280D}" srcOrd="3" destOrd="0" parTransId="{08F4CAEC-E6BB-4585-A1B5-92F23304D7C2}" sibTransId="{8AC14103-9532-4D31-8332-C49FD19FFE0D}"/>
    <dgm:cxn modelId="{BC0C47F2-249D-47A7-99BD-C9180DE49F7A}" srcId="{5C59C2C0-10BC-4AF8-9D68-7431D9BD990A}" destId="{C332B075-9605-4956-BDEE-EA54023C86E5}" srcOrd="4" destOrd="0" parTransId="{0FFAF037-F691-4492-9441-0A7800077EA9}" sibTransId="{F44A268A-0F69-4578-BC1C-C11A1CD63037}"/>
    <dgm:cxn modelId="{C84B63D1-50B0-D548-A353-61B80BFAC229}" type="presParOf" srcId="{91D0C2B6-88C3-2A4D-B0B6-D71E09CCE6D3}" destId="{2FDAF4B6-0C17-874D-AE57-3EB41E5E018E}" srcOrd="0" destOrd="0" presId="urn:microsoft.com/office/officeart/2005/8/layout/default"/>
    <dgm:cxn modelId="{B495E1B3-6191-F549-92D5-FABF39210E38}" type="presParOf" srcId="{91D0C2B6-88C3-2A4D-B0B6-D71E09CCE6D3}" destId="{E864C82F-F9A0-6F49-ACCE-8DA62FA7F96C}" srcOrd="1" destOrd="0" presId="urn:microsoft.com/office/officeart/2005/8/layout/default"/>
    <dgm:cxn modelId="{070E7162-A1E4-1B4D-A299-8778D34181EF}" type="presParOf" srcId="{91D0C2B6-88C3-2A4D-B0B6-D71E09CCE6D3}" destId="{2576F867-99C2-6C40-A4B3-C4970A6ECFBA}" srcOrd="2" destOrd="0" presId="urn:microsoft.com/office/officeart/2005/8/layout/default"/>
    <dgm:cxn modelId="{5D5BA85D-539A-8E44-B75E-4F5BE2BB875A}" type="presParOf" srcId="{91D0C2B6-88C3-2A4D-B0B6-D71E09CCE6D3}" destId="{9C71269E-DCCE-DA4E-82E7-6DE43AACD86D}" srcOrd="3" destOrd="0" presId="urn:microsoft.com/office/officeart/2005/8/layout/default"/>
    <dgm:cxn modelId="{C04F91FE-617D-1A4B-A4B8-9F0D1DAFAE23}" type="presParOf" srcId="{91D0C2B6-88C3-2A4D-B0B6-D71E09CCE6D3}" destId="{603EF488-CF4D-0648-84B4-9A082E16BE7F}" srcOrd="4" destOrd="0" presId="urn:microsoft.com/office/officeart/2005/8/layout/default"/>
    <dgm:cxn modelId="{0D98D99F-4E81-9547-8774-AF413A0067BB}" type="presParOf" srcId="{91D0C2B6-88C3-2A4D-B0B6-D71E09CCE6D3}" destId="{F780AA75-8E32-514A-BAC5-3E7ADA259831}" srcOrd="5" destOrd="0" presId="urn:microsoft.com/office/officeart/2005/8/layout/default"/>
    <dgm:cxn modelId="{8F540734-B731-FD4B-B752-09EB72326ED9}" type="presParOf" srcId="{91D0C2B6-88C3-2A4D-B0B6-D71E09CCE6D3}" destId="{78DD0232-4E32-9640-A940-BB67372B1D86}" srcOrd="6" destOrd="0" presId="urn:microsoft.com/office/officeart/2005/8/layout/default"/>
    <dgm:cxn modelId="{DED997EE-1406-F844-979F-8DE42287498C}" type="presParOf" srcId="{91D0C2B6-88C3-2A4D-B0B6-D71E09CCE6D3}" destId="{149FD867-BB7C-3C44-87C1-5679E95FE360}" srcOrd="7" destOrd="0" presId="urn:microsoft.com/office/officeart/2005/8/layout/default"/>
    <dgm:cxn modelId="{8E1DAF25-392C-4B45-8599-F80D8319BD3A}" type="presParOf" srcId="{91D0C2B6-88C3-2A4D-B0B6-D71E09CCE6D3}" destId="{F2551CE8-512F-3646-8F3E-2BDAD2200682}" srcOrd="8" destOrd="0" presId="urn:microsoft.com/office/officeart/2005/8/layout/default"/>
    <dgm:cxn modelId="{A98993B9-6B70-D649-95FC-1D2188FFD69A}" type="presParOf" srcId="{91D0C2B6-88C3-2A4D-B0B6-D71E09CCE6D3}" destId="{0C0BBA2A-3304-2D44-8579-0B82E400FEDC}" srcOrd="9" destOrd="0" presId="urn:microsoft.com/office/officeart/2005/8/layout/default"/>
    <dgm:cxn modelId="{BFB882E0-02F6-AE4C-A255-A0685C0A03FC}" type="presParOf" srcId="{91D0C2B6-88C3-2A4D-B0B6-D71E09CCE6D3}" destId="{649AB237-A19B-7D45-85C3-FCBEC31CE243}" srcOrd="10" destOrd="0" presId="urn:microsoft.com/office/officeart/2005/8/layout/default"/>
    <dgm:cxn modelId="{86E7A843-6B65-7847-8DB8-776C0372EBE0}" type="presParOf" srcId="{91D0C2B6-88C3-2A4D-B0B6-D71E09CCE6D3}" destId="{6750B11C-DDCC-9C4D-A920-13DBD2F8F170}" srcOrd="11" destOrd="0" presId="urn:microsoft.com/office/officeart/2005/8/layout/default"/>
    <dgm:cxn modelId="{AED79529-54AA-DA46-860C-9D8BEAD834B5}" type="presParOf" srcId="{91D0C2B6-88C3-2A4D-B0B6-D71E09CCE6D3}" destId="{3634D3C0-0434-2044-ABD1-AF09EF71F4A7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3A1FF2-E8A3-4AAA-9AD2-C18705E70DBD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21A7224-7389-46E0-9962-4E9093BB2BE3}">
      <dgm:prSet/>
      <dgm:spPr/>
      <dgm:t>
        <a:bodyPr/>
        <a:lstStyle/>
        <a:p>
          <a:r>
            <a:rPr lang="en-US"/>
            <a:t>Increase investment in high-performing channels.</a:t>
          </a:r>
        </a:p>
      </dgm:t>
    </dgm:pt>
    <dgm:pt modelId="{FFAD1D91-4F18-4721-A4A2-3A5766016AF6}" type="parTrans" cxnId="{CEACA3F0-0715-4C8B-A45B-A12CF3231CAA}">
      <dgm:prSet/>
      <dgm:spPr/>
      <dgm:t>
        <a:bodyPr/>
        <a:lstStyle/>
        <a:p>
          <a:endParaRPr lang="en-US"/>
        </a:p>
      </dgm:t>
    </dgm:pt>
    <dgm:pt modelId="{8A393970-FC46-4892-9C4F-B13C5C08C67F}" type="sibTrans" cxnId="{CEACA3F0-0715-4C8B-A45B-A12CF3231CA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777790C-9137-44A8-8F54-6759031104EC}">
      <dgm:prSet/>
      <dgm:spPr/>
      <dgm:t>
        <a:bodyPr/>
        <a:lstStyle/>
        <a:p>
          <a:r>
            <a:rPr lang="en-US"/>
            <a:t>Improve checkout conversion flow.</a:t>
          </a:r>
        </a:p>
      </dgm:t>
    </dgm:pt>
    <dgm:pt modelId="{34CBFE55-BCA5-49C3-B4A0-4C0CC85C4CAA}" type="parTrans" cxnId="{DEA0CC9D-CB11-4D68-B67B-C2EA37A2F7EA}">
      <dgm:prSet/>
      <dgm:spPr/>
      <dgm:t>
        <a:bodyPr/>
        <a:lstStyle/>
        <a:p>
          <a:endParaRPr lang="en-US"/>
        </a:p>
      </dgm:t>
    </dgm:pt>
    <dgm:pt modelId="{94993628-DD2F-4D02-88FB-D67139CED96E}" type="sibTrans" cxnId="{DEA0CC9D-CB11-4D68-B67B-C2EA37A2F7E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1539AB9-852A-44B2-9CC8-DF176A013742}">
      <dgm:prSet/>
      <dgm:spPr/>
      <dgm:t>
        <a:bodyPr/>
        <a:lstStyle/>
        <a:p>
          <a:r>
            <a:rPr lang="en-US"/>
            <a:t>Expand SEO content strategy.</a:t>
          </a:r>
        </a:p>
      </dgm:t>
    </dgm:pt>
    <dgm:pt modelId="{E7D60871-E142-4810-B8B4-AFF2B3269FBF}" type="parTrans" cxnId="{B502D322-6D32-44BB-B443-56F94CB0804E}">
      <dgm:prSet/>
      <dgm:spPr/>
      <dgm:t>
        <a:bodyPr/>
        <a:lstStyle/>
        <a:p>
          <a:endParaRPr lang="en-US"/>
        </a:p>
      </dgm:t>
    </dgm:pt>
    <dgm:pt modelId="{BC7F2736-272D-41B1-BABD-FF6856D51DE6}" type="sibTrans" cxnId="{B502D322-6D32-44BB-B443-56F94CB0804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C114F2E0-7CFE-4B04-86FE-34E1A679079C}">
      <dgm:prSet/>
      <dgm:spPr/>
      <dgm:t>
        <a:bodyPr/>
        <a:lstStyle/>
        <a:p>
          <a:r>
            <a:rPr lang="en-US"/>
            <a:t>Optimize SEM campaign budget allocation.</a:t>
          </a:r>
        </a:p>
      </dgm:t>
    </dgm:pt>
    <dgm:pt modelId="{C68EA923-43BE-4BC8-8EF2-88574AF33B1B}" type="parTrans" cxnId="{7AB5A01D-9AC5-4A37-A3F2-1295005D39C5}">
      <dgm:prSet/>
      <dgm:spPr/>
      <dgm:t>
        <a:bodyPr/>
        <a:lstStyle/>
        <a:p>
          <a:endParaRPr lang="en-US"/>
        </a:p>
      </dgm:t>
    </dgm:pt>
    <dgm:pt modelId="{BC4A1549-ECC1-495D-BB97-4E2EABE6EC95}" type="sibTrans" cxnId="{7AB5A01D-9AC5-4A37-A3F2-1295005D39C5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A88FA29D-CCB6-F242-A370-E16275F1C113}" type="pres">
      <dgm:prSet presAssocID="{E73A1FF2-E8A3-4AAA-9AD2-C18705E70DBD}" presName="Name0" presStyleCnt="0">
        <dgm:presLayoutVars>
          <dgm:animLvl val="lvl"/>
          <dgm:resizeHandles val="exact"/>
        </dgm:presLayoutVars>
      </dgm:prSet>
      <dgm:spPr/>
    </dgm:pt>
    <dgm:pt modelId="{24B8625B-DCCC-2C4D-80CF-E6277C927433}" type="pres">
      <dgm:prSet presAssocID="{921A7224-7389-46E0-9962-4E9093BB2BE3}" presName="compositeNode" presStyleCnt="0">
        <dgm:presLayoutVars>
          <dgm:bulletEnabled val="1"/>
        </dgm:presLayoutVars>
      </dgm:prSet>
      <dgm:spPr/>
    </dgm:pt>
    <dgm:pt modelId="{45932280-A88D-5A41-A87B-60C762A1EF72}" type="pres">
      <dgm:prSet presAssocID="{921A7224-7389-46E0-9962-4E9093BB2BE3}" presName="bgRect" presStyleLbl="bgAccFollowNode1" presStyleIdx="0" presStyleCnt="4"/>
      <dgm:spPr/>
    </dgm:pt>
    <dgm:pt modelId="{D7FCCA93-926B-AA45-8697-195C57A576B9}" type="pres">
      <dgm:prSet presAssocID="{8A393970-FC46-4892-9C4F-B13C5C08C67F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482BBAEE-3D7C-CE42-847D-A832758C15AC}" type="pres">
      <dgm:prSet presAssocID="{921A7224-7389-46E0-9962-4E9093BB2BE3}" presName="bottomLine" presStyleLbl="alignNode1" presStyleIdx="1" presStyleCnt="8">
        <dgm:presLayoutVars/>
      </dgm:prSet>
      <dgm:spPr/>
    </dgm:pt>
    <dgm:pt modelId="{77BD5FBF-5A20-5B44-80DC-7996AEFEBD35}" type="pres">
      <dgm:prSet presAssocID="{921A7224-7389-46E0-9962-4E9093BB2BE3}" presName="nodeText" presStyleLbl="bgAccFollowNode1" presStyleIdx="0" presStyleCnt="4">
        <dgm:presLayoutVars>
          <dgm:bulletEnabled val="1"/>
        </dgm:presLayoutVars>
      </dgm:prSet>
      <dgm:spPr/>
    </dgm:pt>
    <dgm:pt modelId="{963A6C3B-091A-2241-9521-A79D50C67CC8}" type="pres">
      <dgm:prSet presAssocID="{8A393970-FC46-4892-9C4F-B13C5C08C67F}" presName="sibTrans" presStyleCnt="0"/>
      <dgm:spPr/>
    </dgm:pt>
    <dgm:pt modelId="{25D8AA0D-ACF6-B941-B358-51EC46C714D1}" type="pres">
      <dgm:prSet presAssocID="{C777790C-9137-44A8-8F54-6759031104EC}" presName="compositeNode" presStyleCnt="0">
        <dgm:presLayoutVars>
          <dgm:bulletEnabled val="1"/>
        </dgm:presLayoutVars>
      </dgm:prSet>
      <dgm:spPr/>
    </dgm:pt>
    <dgm:pt modelId="{A80C3E36-D89E-0A41-8815-C36B9C59C2E9}" type="pres">
      <dgm:prSet presAssocID="{C777790C-9137-44A8-8F54-6759031104EC}" presName="bgRect" presStyleLbl="bgAccFollowNode1" presStyleIdx="1" presStyleCnt="4"/>
      <dgm:spPr/>
    </dgm:pt>
    <dgm:pt modelId="{B812CC96-B9C7-6B48-AFC9-F8B1A6ED553F}" type="pres">
      <dgm:prSet presAssocID="{94993628-DD2F-4D02-88FB-D67139CED96E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4506D4CF-6427-194C-8738-84E65EBEF0F3}" type="pres">
      <dgm:prSet presAssocID="{C777790C-9137-44A8-8F54-6759031104EC}" presName="bottomLine" presStyleLbl="alignNode1" presStyleIdx="3" presStyleCnt="8">
        <dgm:presLayoutVars/>
      </dgm:prSet>
      <dgm:spPr/>
    </dgm:pt>
    <dgm:pt modelId="{E31AE44B-538E-7843-8327-BB960DF546F6}" type="pres">
      <dgm:prSet presAssocID="{C777790C-9137-44A8-8F54-6759031104EC}" presName="nodeText" presStyleLbl="bgAccFollowNode1" presStyleIdx="1" presStyleCnt="4">
        <dgm:presLayoutVars>
          <dgm:bulletEnabled val="1"/>
        </dgm:presLayoutVars>
      </dgm:prSet>
      <dgm:spPr/>
    </dgm:pt>
    <dgm:pt modelId="{F3C884F3-C2FA-474A-8CC4-F7605EA84A0E}" type="pres">
      <dgm:prSet presAssocID="{94993628-DD2F-4D02-88FB-D67139CED96E}" presName="sibTrans" presStyleCnt="0"/>
      <dgm:spPr/>
    </dgm:pt>
    <dgm:pt modelId="{5BFE9964-632D-2645-8F81-31ACAB6E830B}" type="pres">
      <dgm:prSet presAssocID="{81539AB9-852A-44B2-9CC8-DF176A013742}" presName="compositeNode" presStyleCnt="0">
        <dgm:presLayoutVars>
          <dgm:bulletEnabled val="1"/>
        </dgm:presLayoutVars>
      </dgm:prSet>
      <dgm:spPr/>
    </dgm:pt>
    <dgm:pt modelId="{DF3C1E70-6EC7-D84C-8675-424819599B3D}" type="pres">
      <dgm:prSet presAssocID="{81539AB9-852A-44B2-9CC8-DF176A013742}" presName="bgRect" presStyleLbl="bgAccFollowNode1" presStyleIdx="2" presStyleCnt="4"/>
      <dgm:spPr/>
    </dgm:pt>
    <dgm:pt modelId="{BC649E23-F3C8-9743-8729-ABA763E23289}" type="pres">
      <dgm:prSet presAssocID="{BC7F2736-272D-41B1-BABD-FF6856D51DE6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360A0F64-0E14-B74F-8B99-A11A7EE16AE1}" type="pres">
      <dgm:prSet presAssocID="{81539AB9-852A-44B2-9CC8-DF176A013742}" presName="bottomLine" presStyleLbl="alignNode1" presStyleIdx="5" presStyleCnt="8">
        <dgm:presLayoutVars/>
      </dgm:prSet>
      <dgm:spPr/>
    </dgm:pt>
    <dgm:pt modelId="{6E729FF5-D40F-2745-9B31-E7FFA8D9BE1E}" type="pres">
      <dgm:prSet presAssocID="{81539AB9-852A-44B2-9CC8-DF176A013742}" presName="nodeText" presStyleLbl="bgAccFollowNode1" presStyleIdx="2" presStyleCnt="4">
        <dgm:presLayoutVars>
          <dgm:bulletEnabled val="1"/>
        </dgm:presLayoutVars>
      </dgm:prSet>
      <dgm:spPr/>
    </dgm:pt>
    <dgm:pt modelId="{1B891CFF-F72A-7C4A-A7AA-AC09352CE903}" type="pres">
      <dgm:prSet presAssocID="{BC7F2736-272D-41B1-BABD-FF6856D51DE6}" presName="sibTrans" presStyleCnt="0"/>
      <dgm:spPr/>
    </dgm:pt>
    <dgm:pt modelId="{4A29F7C2-0042-2640-8F69-F9FA7E0E0B62}" type="pres">
      <dgm:prSet presAssocID="{C114F2E0-7CFE-4B04-86FE-34E1A679079C}" presName="compositeNode" presStyleCnt="0">
        <dgm:presLayoutVars>
          <dgm:bulletEnabled val="1"/>
        </dgm:presLayoutVars>
      </dgm:prSet>
      <dgm:spPr/>
    </dgm:pt>
    <dgm:pt modelId="{FF6A44B6-79E6-4345-AA79-AC05508AFE6D}" type="pres">
      <dgm:prSet presAssocID="{C114F2E0-7CFE-4B04-86FE-34E1A679079C}" presName="bgRect" presStyleLbl="bgAccFollowNode1" presStyleIdx="3" presStyleCnt="4"/>
      <dgm:spPr/>
    </dgm:pt>
    <dgm:pt modelId="{461583D3-038D-B44B-95AA-0E206C4407CF}" type="pres">
      <dgm:prSet presAssocID="{BC4A1549-ECC1-495D-BB97-4E2EABE6EC95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EEDB12DF-AF7D-DC46-9F79-AF16C551A840}" type="pres">
      <dgm:prSet presAssocID="{C114F2E0-7CFE-4B04-86FE-34E1A679079C}" presName="bottomLine" presStyleLbl="alignNode1" presStyleIdx="7" presStyleCnt="8">
        <dgm:presLayoutVars/>
      </dgm:prSet>
      <dgm:spPr/>
    </dgm:pt>
    <dgm:pt modelId="{E30704D6-3209-7B4D-A550-432099B2227F}" type="pres">
      <dgm:prSet presAssocID="{C114F2E0-7CFE-4B04-86FE-34E1A679079C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02E8EF11-89FB-B84F-8442-92ED8DB6A6E8}" type="presOf" srcId="{81539AB9-852A-44B2-9CC8-DF176A013742}" destId="{DF3C1E70-6EC7-D84C-8675-424819599B3D}" srcOrd="0" destOrd="0" presId="urn:microsoft.com/office/officeart/2016/7/layout/BasicLinearProcessNumbered"/>
    <dgm:cxn modelId="{17653216-69CB-0144-9915-1B43C212CB72}" type="presOf" srcId="{94993628-DD2F-4D02-88FB-D67139CED96E}" destId="{B812CC96-B9C7-6B48-AFC9-F8B1A6ED553F}" srcOrd="0" destOrd="0" presId="urn:microsoft.com/office/officeart/2016/7/layout/BasicLinearProcessNumbered"/>
    <dgm:cxn modelId="{7AB5A01D-9AC5-4A37-A3F2-1295005D39C5}" srcId="{E73A1FF2-E8A3-4AAA-9AD2-C18705E70DBD}" destId="{C114F2E0-7CFE-4B04-86FE-34E1A679079C}" srcOrd="3" destOrd="0" parTransId="{C68EA923-43BE-4BC8-8EF2-88574AF33B1B}" sibTransId="{BC4A1549-ECC1-495D-BB97-4E2EABE6EC95}"/>
    <dgm:cxn modelId="{B502D322-6D32-44BB-B443-56F94CB0804E}" srcId="{E73A1FF2-E8A3-4AAA-9AD2-C18705E70DBD}" destId="{81539AB9-852A-44B2-9CC8-DF176A013742}" srcOrd="2" destOrd="0" parTransId="{E7D60871-E142-4810-B8B4-AFF2B3269FBF}" sibTransId="{BC7F2736-272D-41B1-BABD-FF6856D51DE6}"/>
    <dgm:cxn modelId="{EAA2E923-5A29-E34B-801F-E9AC89B5C319}" type="presOf" srcId="{BC4A1549-ECC1-495D-BB97-4E2EABE6EC95}" destId="{461583D3-038D-B44B-95AA-0E206C4407CF}" srcOrd="0" destOrd="0" presId="urn:microsoft.com/office/officeart/2016/7/layout/BasicLinearProcessNumbered"/>
    <dgm:cxn modelId="{0985E534-BF69-8D41-8EA9-0A43879B80A2}" type="presOf" srcId="{C114F2E0-7CFE-4B04-86FE-34E1A679079C}" destId="{FF6A44B6-79E6-4345-AA79-AC05508AFE6D}" srcOrd="0" destOrd="0" presId="urn:microsoft.com/office/officeart/2016/7/layout/BasicLinearProcessNumbered"/>
    <dgm:cxn modelId="{5E3CA948-F94D-894A-910D-EF4C73771367}" type="presOf" srcId="{81539AB9-852A-44B2-9CC8-DF176A013742}" destId="{6E729FF5-D40F-2745-9B31-E7FFA8D9BE1E}" srcOrd="1" destOrd="0" presId="urn:microsoft.com/office/officeart/2016/7/layout/BasicLinearProcessNumbered"/>
    <dgm:cxn modelId="{E2AE3C4A-32CD-B04F-9F4E-0258E465EA64}" type="presOf" srcId="{C777790C-9137-44A8-8F54-6759031104EC}" destId="{E31AE44B-538E-7843-8327-BB960DF546F6}" srcOrd="1" destOrd="0" presId="urn:microsoft.com/office/officeart/2016/7/layout/BasicLinearProcessNumbered"/>
    <dgm:cxn modelId="{3580775B-D6CC-0746-9408-704044C9821F}" type="presOf" srcId="{8A393970-FC46-4892-9C4F-B13C5C08C67F}" destId="{D7FCCA93-926B-AA45-8697-195C57A576B9}" srcOrd="0" destOrd="0" presId="urn:microsoft.com/office/officeart/2016/7/layout/BasicLinearProcessNumbered"/>
    <dgm:cxn modelId="{1298008E-6EE2-0C47-BFC8-D73536F158C2}" type="presOf" srcId="{921A7224-7389-46E0-9962-4E9093BB2BE3}" destId="{45932280-A88D-5A41-A87B-60C762A1EF72}" srcOrd="0" destOrd="0" presId="urn:microsoft.com/office/officeart/2016/7/layout/BasicLinearProcessNumbered"/>
    <dgm:cxn modelId="{DEA0CC9D-CB11-4D68-B67B-C2EA37A2F7EA}" srcId="{E73A1FF2-E8A3-4AAA-9AD2-C18705E70DBD}" destId="{C777790C-9137-44A8-8F54-6759031104EC}" srcOrd="1" destOrd="0" parTransId="{34CBFE55-BCA5-49C3-B4A0-4C0CC85C4CAA}" sibTransId="{94993628-DD2F-4D02-88FB-D67139CED96E}"/>
    <dgm:cxn modelId="{D46DADA3-996B-1248-AE8E-F55C14AB1560}" type="presOf" srcId="{BC7F2736-272D-41B1-BABD-FF6856D51DE6}" destId="{BC649E23-F3C8-9743-8729-ABA763E23289}" srcOrd="0" destOrd="0" presId="urn:microsoft.com/office/officeart/2016/7/layout/BasicLinearProcessNumbered"/>
    <dgm:cxn modelId="{AA34A1B0-39B8-1849-8CD0-0B0A45A62D9B}" type="presOf" srcId="{C777790C-9137-44A8-8F54-6759031104EC}" destId="{A80C3E36-D89E-0A41-8815-C36B9C59C2E9}" srcOrd="0" destOrd="0" presId="urn:microsoft.com/office/officeart/2016/7/layout/BasicLinearProcessNumbered"/>
    <dgm:cxn modelId="{CBAA08BF-8C93-C145-AFA8-40B4A438B946}" type="presOf" srcId="{C114F2E0-7CFE-4B04-86FE-34E1A679079C}" destId="{E30704D6-3209-7B4D-A550-432099B2227F}" srcOrd="1" destOrd="0" presId="urn:microsoft.com/office/officeart/2016/7/layout/BasicLinearProcessNumbered"/>
    <dgm:cxn modelId="{10E72EC1-2867-C847-8FB1-E5DA36D0D33C}" type="presOf" srcId="{E73A1FF2-E8A3-4AAA-9AD2-C18705E70DBD}" destId="{A88FA29D-CCB6-F242-A370-E16275F1C113}" srcOrd="0" destOrd="0" presId="urn:microsoft.com/office/officeart/2016/7/layout/BasicLinearProcessNumbered"/>
    <dgm:cxn modelId="{77E700CE-2271-9B4A-932E-0C7EE369E8F6}" type="presOf" srcId="{921A7224-7389-46E0-9962-4E9093BB2BE3}" destId="{77BD5FBF-5A20-5B44-80DC-7996AEFEBD35}" srcOrd="1" destOrd="0" presId="urn:microsoft.com/office/officeart/2016/7/layout/BasicLinearProcessNumbered"/>
    <dgm:cxn modelId="{CEACA3F0-0715-4C8B-A45B-A12CF3231CAA}" srcId="{E73A1FF2-E8A3-4AAA-9AD2-C18705E70DBD}" destId="{921A7224-7389-46E0-9962-4E9093BB2BE3}" srcOrd="0" destOrd="0" parTransId="{FFAD1D91-4F18-4721-A4A2-3A5766016AF6}" sibTransId="{8A393970-FC46-4892-9C4F-B13C5C08C67F}"/>
    <dgm:cxn modelId="{09789E44-2102-5C46-85ED-28D17D05054D}" type="presParOf" srcId="{A88FA29D-CCB6-F242-A370-E16275F1C113}" destId="{24B8625B-DCCC-2C4D-80CF-E6277C927433}" srcOrd="0" destOrd="0" presId="urn:microsoft.com/office/officeart/2016/7/layout/BasicLinearProcessNumbered"/>
    <dgm:cxn modelId="{F9514DF3-1929-AD4D-883E-D626E55856FA}" type="presParOf" srcId="{24B8625B-DCCC-2C4D-80CF-E6277C927433}" destId="{45932280-A88D-5A41-A87B-60C762A1EF72}" srcOrd="0" destOrd="0" presId="urn:microsoft.com/office/officeart/2016/7/layout/BasicLinearProcessNumbered"/>
    <dgm:cxn modelId="{4BE71CA9-353F-204E-B0E0-34828166FCF0}" type="presParOf" srcId="{24B8625B-DCCC-2C4D-80CF-E6277C927433}" destId="{D7FCCA93-926B-AA45-8697-195C57A576B9}" srcOrd="1" destOrd="0" presId="urn:microsoft.com/office/officeart/2016/7/layout/BasicLinearProcessNumbered"/>
    <dgm:cxn modelId="{45C25D07-1D68-5B45-8D3D-F61B211D34E5}" type="presParOf" srcId="{24B8625B-DCCC-2C4D-80CF-E6277C927433}" destId="{482BBAEE-3D7C-CE42-847D-A832758C15AC}" srcOrd="2" destOrd="0" presId="urn:microsoft.com/office/officeart/2016/7/layout/BasicLinearProcessNumbered"/>
    <dgm:cxn modelId="{282B075F-83C7-2841-B45F-C90BB619B32B}" type="presParOf" srcId="{24B8625B-DCCC-2C4D-80CF-E6277C927433}" destId="{77BD5FBF-5A20-5B44-80DC-7996AEFEBD35}" srcOrd="3" destOrd="0" presId="urn:microsoft.com/office/officeart/2016/7/layout/BasicLinearProcessNumbered"/>
    <dgm:cxn modelId="{B54AFCC0-A158-184C-A959-CB1F74A93DDB}" type="presParOf" srcId="{A88FA29D-CCB6-F242-A370-E16275F1C113}" destId="{963A6C3B-091A-2241-9521-A79D50C67CC8}" srcOrd="1" destOrd="0" presId="urn:microsoft.com/office/officeart/2016/7/layout/BasicLinearProcessNumbered"/>
    <dgm:cxn modelId="{10C28234-A194-8B41-B71D-2CBDCA7A1E6E}" type="presParOf" srcId="{A88FA29D-CCB6-F242-A370-E16275F1C113}" destId="{25D8AA0D-ACF6-B941-B358-51EC46C714D1}" srcOrd="2" destOrd="0" presId="urn:microsoft.com/office/officeart/2016/7/layout/BasicLinearProcessNumbered"/>
    <dgm:cxn modelId="{F3DB99BA-4E8F-514A-AEE1-3481F1D41062}" type="presParOf" srcId="{25D8AA0D-ACF6-B941-B358-51EC46C714D1}" destId="{A80C3E36-D89E-0A41-8815-C36B9C59C2E9}" srcOrd="0" destOrd="0" presId="urn:microsoft.com/office/officeart/2016/7/layout/BasicLinearProcessNumbered"/>
    <dgm:cxn modelId="{6DC1385E-F36D-AE4A-B3AB-72D7D7F39121}" type="presParOf" srcId="{25D8AA0D-ACF6-B941-B358-51EC46C714D1}" destId="{B812CC96-B9C7-6B48-AFC9-F8B1A6ED553F}" srcOrd="1" destOrd="0" presId="urn:microsoft.com/office/officeart/2016/7/layout/BasicLinearProcessNumbered"/>
    <dgm:cxn modelId="{53F7410B-B20B-0940-B299-BAC70171C2C6}" type="presParOf" srcId="{25D8AA0D-ACF6-B941-B358-51EC46C714D1}" destId="{4506D4CF-6427-194C-8738-84E65EBEF0F3}" srcOrd="2" destOrd="0" presId="urn:microsoft.com/office/officeart/2016/7/layout/BasicLinearProcessNumbered"/>
    <dgm:cxn modelId="{3966FB4A-801A-6F47-B80F-477905B18F06}" type="presParOf" srcId="{25D8AA0D-ACF6-B941-B358-51EC46C714D1}" destId="{E31AE44B-538E-7843-8327-BB960DF546F6}" srcOrd="3" destOrd="0" presId="urn:microsoft.com/office/officeart/2016/7/layout/BasicLinearProcessNumbered"/>
    <dgm:cxn modelId="{AC518E8B-3F4E-484D-9036-00F9316C1F91}" type="presParOf" srcId="{A88FA29D-CCB6-F242-A370-E16275F1C113}" destId="{F3C884F3-C2FA-474A-8CC4-F7605EA84A0E}" srcOrd="3" destOrd="0" presId="urn:microsoft.com/office/officeart/2016/7/layout/BasicLinearProcessNumbered"/>
    <dgm:cxn modelId="{263B2271-A157-704D-8666-49EDC023A58E}" type="presParOf" srcId="{A88FA29D-CCB6-F242-A370-E16275F1C113}" destId="{5BFE9964-632D-2645-8F81-31ACAB6E830B}" srcOrd="4" destOrd="0" presId="urn:microsoft.com/office/officeart/2016/7/layout/BasicLinearProcessNumbered"/>
    <dgm:cxn modelId="{171A1490-2187-134A-BE5E-4EA05870D0AE}" type="presParOf" srcId="{5BFE9964-632D-2645-8F81-31ACAB6E830B}" destId="{DF3C1E70-6EC7-D84C-8675-424819599B3D}" srcOrd="0" destOrd="0" presId="urn:microsoft.com/office/officeart/2016/7/layout/BasicLinearProcessNumbered"/>
    <dgm:cxn modelId="{83C09851-52EC-8940-ADCA-413C56296D3A}" type="presParOf" srcId="{5BFE9964-632D-2645-8F81-31ACAB6E830B}" destId="{BC649E23-F3C8-9743-8729-ABA763E23289}" srcOrd="1" destOrd="0" presId="urn:microsoft.com/office/officeart/2016/7/layout/BasicLinearProcessNumbered"/>
    <dgm:cxn modelId="{5F06ADCF-7901-C248-B2B3-D168A0464461}" type="presParOf" srcId="{5BFE9964-632D-2645-8F81-31ACAB6E830B}" destId="{360A0F64-0E14-B74F-8B99-A11A7EE16AE1}" srcOrd="2" destOrd="0" presId="urn:microsoft.com/office/officeart/2016/7/layout/BasicLinearProcessNumbered"/>
    <dgm:cxn modelId="{349626A2-E4D9-594E-9CC3-9CE4122BD828}" type="presParOf" srcId="{5BFE9964-632D-2645-8F81-31ACAB6E830B}" destId="{6E729FF5-D40F-2745-9B31-E7FFA8D9BE1E}" srcOrd="3" destOrd="0" presId="urn:microsoft.com/office/officeart/2016/7/layout/BasicLinearProcessNumbered"/>
    <dgm:cxn modelId="{583F843E-D133-904C-8B07-AEBF019FF3A3}" type="presParOf" srcId="{A88FA29D-CCB6-F242-A370-E16275F1C113}" destId="{1B891CFF-F72A-7C4A-A7AA-AC09352CE903}" srcOrd="5" destOrd="0" presId="urn:microsoft.com/office/officeart/2016/7/layout/BasicLinearProcessNumbered"/>
    <dgm:cxn modelId="{C36E11F1-2A97-4941-812F-2D0CD6961B36}" type="presParOf" srcId="{A88FA29D-CCB6-F242-A370-E16275F1C113}" destId="{4A29F7C2-0042-2640-8F69-F9FA7E0E0B62}" srcOrd="6" destOrd="0" presId="urn:microsoft.com/office/officeart/2016/7/layout/BasicLinearProcessNumbered"/>
    <dgm:cxn modelId="{D824AD78-E4B9-9C4C-912D-1CC764C6607E}" type="presParOf" srcId="{4A29F7C2-0042-2640-8F69-F9FA7E0E0B62}" destId="{FF6A44B6-79E6-4345-AA79-AC05508AFE6D}" srcOrd="0" destOrd="0" presId="urn:microsoft.com/office/officeart/2016/7/layout/BasicLinearProcessNumbered"/>
    <dgm:cxn modelId="{DDE305D9-740D-B845-91E0-B769A3897160}" type="presParOf" srcId="{4A29F7C2-0042-2640-8F69-F9FA7E0E0B62}" destId="{461583D3-038D-B44B-95AA-0E206C4407CF}" srcOrd="1" destOrd="0" presId="urn:microsoft.com/office/officeart/2016/7/layout/BasicLinearProcessNumbered"/>
    <dgm:cxn modelId="{41DC55DB-A92B-9B46-BBE0-A9F3A0BD17CB}" type="presParOf" srcId="{4A29F7C2-0042-2640-8F69-F9FA7E0E0B62}" destId="{EEDB12DF-AF7D-DC46-9F79-AF16C551A840}" srcOrd="2" destOrd="0" presId="urn:microsoft.com/office/officeart/2016/7/layout/BasicLinearProcessNumbered"/>
    <dgm:cxn modelId="{4849CE8E-1701-8748-9787-F87043734EEE}" type="presParOf" srcId="{4A29F7C2-0042-2640-8F69-F9FA7E0E0B62}" destId="{E30704D6-3209-7B4D-A550-432099B2227F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AF4B6-0C17-874D-AE57-3EB41E5E018E}">
      <dsp:nvSpPr>
        <dsp:cNvPr id="0" name=""/>
        <dsp:cNvSpPr/>
      </dsp:nvSpPr>
      <dsp:spPr>
        <a:xfrm>
          <a:off x="2377" y="640886"/>
          <a:ext cx="1886173" cy="11317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Revenue</a:t>
          </a:r>
        </a:p>
      </dsp:txBody>
      <dsp:txXfrm>
        <a:off x="2377" y="640886"/>
        <a:ext cx="1886173" cy="1131703"/>
      </dsp:txXfrm>
    </dsp:sp>
    <dsp:sp modelId="{2576F867-99C2-6C40-A4B3-C4970A6ECFBA}">
      <dsp:nvSpPr>
        <dsp:cNvPr id="0" name=""/>
        <dsp:cNvSpPr/>
      </dsp:nvSpPr>
      <dsp:spPr>
        <a:xfrm>
          <a:off x="2077168" y="640886"/>
          <a:ext cx="1886173" cy="1131703"/>
        </a:xfrm>
        <a:prstGeom prst="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ROAS</a:t>
          </a:r>
        </a:p>
      </dsp:txBody>
      <dsp:txXfrm>
        <a:off x="2077168" y="640886"/>
        <a:ext cx="1886173" cy="1131703"/>
      </dsp:txXfrm>
    </dsp:sp>
    <dsp:sp modelId="{603EF488-CF4D-0648-84B4-9A082E16BE7F}">
      <dsp:nvSpPr>
        <dsp:cNvPr id="0" name=""/>
        <dsp:cNvSpPr/>
      </dsp:nvSpPr>
      <dsp:spPr>
        <a:xfrm>
          <a:off x="4151958" y="640886"/>
          <a:ext cx="1886173" cy="1131703"/>
        </a:xfrm>
        <a:prstGeom prst="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Conversion Rate</a:t>
          </a:r>
        </a:p>
      </dsp:txBody>
      <dsp:txXfrm>
        <a:off x="4151958" y="640886"/>
        <a:ext cx="1886173" cy="1131703"/>
      </dsp:txXfrm>
    </dsp:sp>
    <dsp:sp modelId="{78DD0232-4E32-9640-A940-BB67372B1D86}">
      <dsp:nvSpPr>
        <dsp:cNvPr id="0" name=""/>
        <dsp:cNvSpPr/>
      </dsp:nvSpPr>
      <dsp:spPr>
        <a:xfrm>
          <a:off x="6226749" y="640886"/>
          <a:ext cx="1886173" cy="1131703"/>
        </a:xfrm>
        <a:prstGeom prst="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Retention</a:t>
          </a:r>
        </a:p>
      </dsp:txBody>
      <dsp:txXfrm>
        <a:off x="6226749" y="640886"/>
        <a:ext cx="1886173" cy="1131703"/>
      </dsp:txXfrm>
    </dsp:sp>
    <dsp:sp modelId="{F2551CE8-512F-3646-8F3E-2BDAD2200682}">
      <dsp:nvSpPr>
        <dsp:cNvPr id="0" name=""/>
        <dsp:cNvSpPr/>
      </dsp:nvSpPr>
      <dsp:spPr>
        <a:xfrm>
          <a:off x="1039772" y="1961208"/>
          <a:ext cx="1886173" cy="113170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Orders</a:t>
          </a:r>
        </a:p>
      </dsp:txBody>
      <dsp:txXfrm>
        <a:off x="1039772" y="1961208"/>
        <a:ext cx="1886173" cy="1131703"/>
      </dsp:txXfrm>
    </dsp:sp>
    <dsp:sp modelId="{649AB237-A19B-7D45-85C3-FCBEC31CE243}">
      <dsp:nvSpPr>
        <dsp:cNvPr id="0" name=""/>
        <dsp:cNvSpPr/>
      </dsp:nvSpPr>
      <dsp:spPr>
        <a:xfrm>
          <a:off x="3114563" y="1961208"/>
          <a:ext cx="1886173" cy="1131703"/>
        </a:xfrm>
        <a:prstGeom prst="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SEO Performance</a:t>
          </a:r>
        </a:p>
      </dsp:txBody>
      <dsp:txXfrm>
        <a:off x="3114563" y="1961208"/>
        <a:ext cx="1886173" cy="1131703"/>
      </dsp:txXfrm>
    </dsp:sp>
    <dsp:sp modelId="{3634D3C0-0434-2044-ABD1-AF09EF71F4A7}">
      <dsp:nvSpPr>
        <dsp:cNvPr id="0" name=""/>
        <dsp:cNvSpPr/>
      </dsp:nvSpPr>
      <dsp:spPr>
        <a:xfrm>
          <a:off x="5189353" y="1961208"/>
          <a:ext cx="1886173" cy="1131703"/>
        </a:xfrm>
        <a:prstGeom prst="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SEM Spend Efficiency</a:t>
          </a:r>
        </a:p>
      </dsp:txBody>
      <dsp:txXfrm>
        <a:off x="5189353" y="1961208"/>
        <a:ext cx="1886173" cy="11317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932280-A88D-5A41-A87B-60C762A1EF72}">
      <dsp:nvSpPr>
        <dsp:cNvPr id="0" name=""/>
        <dsp:cNvSpPr/>
      </dsp:nvSpPr>
      <dsp:spPr>
        <a:xfrm>
          <a:off x="2377" y="546578"/>
          <a:ext cx="1886173" cy="26406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53" tIns="330200" rIns="14705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Increase investment in high-performing channels.</a:t>
          </a:r>
        </a:p>
      </dsp:txBody>
      <dsp:txXfrm>
        <a:off x="2377" y="1550022"/>
        <a:ext cx="1886173" cy="1584385"/>
      </dsp:txXfrm>
    </dsp:sp>
    <dsp:sp modelId="{D7FCCA93-926B-AA45-8697-195C57A576B9}">
      <dsp:nvSpPr>
        <dsp:cNvPr id="0" name=""/>
        <dsp:cNvSpPr/>
      </dsp:nvSpPr>
      <dsp:spPr>
        <a:xfrm>
          <a:off x="549367" y="810642"/>
          <a:ext cx="792192" cy="7921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762" tIns="12700" rIns="6176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1</a:t>
          </a:r>
        </a:p>
      </dsp:txBody>
      <dsp:txXfrm>
        <a:off x="665381" y="926656"/>
        <a:ext cx="560164" cy="560164"/>
      </dsp:txXfrm>
    </dsp:sp>
    <dsp:sp modelId="{482BBAEE-3D7C-CE42-847D-A832758C15AC}">
      <dsp:nvSpPr>
        <dsp:cNvPr id="0" name=""/>
        <dsp:cNvSpPr/>
      </dsp:nvSpPr>
      <dsp:spPr>
        <a:xfrm>
          <a:off x="2377" y="3187148"/>
          <a:ext cx="188617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0C3E36-D89E-0A41-8815-C36B9C59C2E9}">
      <dsp:nvSpPr>
        <dsp:cNvPr id="0" name=""/>
        <dsp:cNvSpPr/>
      </dsp:nvSpPr>
      <dsp:spPr>
        <a:xfrm>
          <a:off x="2077168" y="546578"/>
          <a:ext cx="1886173" cy="26406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53" tIns="330200" rIns="14705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Improve checkout conversion flow.</a:t>
          </a:r>
        </a:p>
      </dsp:txBody>
      <dsp:txXfrm>
        <a:off x="2077168" y="1550022"/>
        <a:ext cx="1886173" cy="1584385"/>
      </dsp:txXfrm>
    </dsp:sp>
    <dsp:sp modelId="{B812CC96-B9C7-6B48-AFC9-F8B1A6ED553F}">
      <dsp:nvSpPr>
        <dsp:cNvPr id="0" name=""/>
        <dsp:cNvSpPr/>
      </dsp:nvSpPr>
      <dsp:spPr>
        <a:xfrm>
          <a:off x="2624158" y="810642"/>
          <a:ext cx="792192" cy="7921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762" tIns="12700" rIns="6176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2</a:t>
          </a:r>
        </a:p>
      </dsp:txBody>
      <dsp:txXfrm>
        <a:off x="2740172" y="926656"/>
        <a:ext cx="560164" cy="560164"/>
      </dsp:txXfrm>
    </dsp:sp>
    <dsp:sp modelId="{4506D4CF-6427-194C-8738-84E65EBEF0F3}">
      <dsp:nvSpPr>
        <dsp:cNvPr id="0" name=""/>
        <dsp:cNvSpPr/>
      </dsp:nvSpPr>
      <dsp:spPr>
        <a:xfrm>
          <a:off x="2077168" y="3187148"/>
          <a:ext cx="188617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3C1E70-6EC7-D84C-8675-424819599B3D}">
      <dsp:nvSpPr>
        <dsp:cNvPr id="0" name=""/>
        <dsp:cNvSpPr/>
      </dsp:nvSpPr>
      <dsp:spPr>
        <a:xfrm>
          <a:off x="4151958" y="546578"/>
          <a:ext cx="1886173" cy="26406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53" tIns="330200" rIns="14705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Expand SEO content strategy.</a:t>
          </a:r>
        </a:p>
      </dsp:txBody>
      <dsp:txXfrm>
        <a:off x="4151958" y="1550022"/>
        <a:ext cx="1886173" cy="1584385"/>
      </dsp:txXfrm>
    </dsp:sp>
    <dsp:sp modelId="{BC649E23-F3C8-9743-8729-ABA763E23289}">
      <dsp:nvSpPr>
        <dsp:cNvPr id="0" name=""/>
        <dsp:cNvSpPr/>
      </dsp:nvSpPr>
      <dsp:spPr>
        <a:xfrm>
          <a:off x="4698948" y="810642"/>
          <a:ext cx="792192" cy="7921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762" tIns="12700" rIns="6176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3</a:t>
          </a:r>
        </a:p>
      </dsp:txBody>
      <dsp:txXfrm>
        <a:off x="4814962" y="926656"/>
        <a:ext cx="560164" cy="560164"/>
      </dsp:txXfrm>
    </dsp:sp>
    <dsp:sp modelId="{360A0F64-0E14-B74F-8B99-A11A7EE16AE1}">
      <dsp:nvSpPr>
        <dsp:cNvPr id="0" name=""/>
        <dsp:cNvSpPr/>
      </dsp:nvSpPr>
      <dsp:spPr>
        <a:xfrm>
          <a:off x="4151958" y="3187148"/>
          <a:ext cx="188617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A44B6-79E6-4345-AA79-AC05508AFE6D}">
      <dsp:nvSpPr>
        <dsp:cNvPr id="0" name=""/>
        <dsp:cNvSpPr/>
      </dsp:nvSpPr>
      <dsp:spPr>
        <a:xfrm>
          <a:off x="6226749" y="546578"/>
          <a:ext cx="1886173" cy="26406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053" tIns="330200" rIns="14705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Optimize SEM campaign budget allocation.</a:t>
          </a:r>
        </a:p>
      </dsp:txBody>
      <dsp:txXfrm>
        <a:off x="6226749" y="1550022"/>
        <a:ext cx="1886173" cy="1584385"/>
      </dsp:txXfrm>
    </dsp:sp>
    <dsp:sp modelId="{461583D3-038D-B44B-95AA-0E206C4407CF}">
      <dsp:nvSpPr>
        <dsp:cNvPr id="0" name=""/>
        <dsp:cNvSpPr/>
      </dsp:nvSpPr>
      <dsp:spPr>
        <a:xfrm>
          <a:off x="6773739" y="810642"/>
          <a:ext cx="792192" cy="7921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762" tIns="12700" rIns="6176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4</a:t>
          </a:r>
        </a:p>
      </dsp:txBody>
      <dsp:txXfrm>
        <a:off x="6889753" y="926656"/>
        <a:ext cx="560164" cy="560164"/>
      </dsp:txXfrm>
    </dsp:sp>
    <dsp:sp modelId="{EEDB12DF-AF7D-DC46-9F79-AF16C551A840}">
      <dsp:nvSpPr>
        <dsp:cNvPr id="0" name=""/>
        <dsp:cNvSpPr/>
      </dsp:nvSpPr>
      <dsp:spPr>
        <a:xfrm>
          <a:off x="6226749" y="3187148"/>
          <a:ext cx="1886173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7324" y="1146412"/>
            <a:ext cx="6760761" cy="2402006"/>
          </a:xfrm>
        </p:spPr>
        <p:txBody>
          <a:bodyPr anchor="b">
            <a:normAutofit/>
          </a:bodyPr>
          <a:lstStyle/>
          <a:p>
            <a:pPr algn="l"/>
            <a:r>
              <a:rPr lang="en-US" sz="4200"/>
              <a:t>06 Ecommerce Conversion Funnel 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4374554"/>
            <a:ext cx="9144005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105491" y="4374554"/>
            <a:ext cx="3038508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9143988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" y="4380927"/>
            <a:ext cx="9144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323" y="4892722"/>
            <a:ext cx="4790367" cy="1078173"/>
          </a:xfrm>
        </p:spPr>
        <p:txBody>
          <a:bodyPr anchor="ctr">
            <a:normAutofit/>
          </a:bodyPr>
          <a:lstStyle/>
          <a:p>
            <a:pPr algn="l"/>
            <a:r>
              <a:rPr lang="en-US" sz="3000">
                <a:solidFill>
                  <a:srgbClr val="FFFFFF"/>
                </a:solidFill>
              </a:rPr>
              <a:t>Premium Marketing Analytics Portfolio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Leadership lacked visibility into conversion performance, revenue trends, SEO/SEM effectiveness, and customer behavior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KPIs Tracked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4E3600-59C7-FD81-3840-ABC212D128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455587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Business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DDCA06-633C-AE23-2472-269EA53AB8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2812347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Portfolio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This project demonstrates dashboard analytics, SQL reporting, Python/R workflows, SEO/SEM analysis, and executive KPI storytelling.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B4034B22-2F2B-EF67-9292-A62443308C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72" r="2358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</Words>
  <Application>Microsoft Macintosh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06 Ecommerce Conversion Funnel Analysis</vt:lpstr>
      <vt:lpstr>Business Problem</vt:lpstr>
      <vt:lpstr>KPIs Tracked</vt:lpstr>
      <vt:lpstr>Business Recommendations</vt:lpstr>
      <vt:lpstr>Portfolio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Jamie Christian</cp:lastModifiedBy>
  <cp:revision>2</cp:revision>
  <dcterms:created xsi:type="dcterms:W3CDTF">2013-01-27T09:14:16Z</dcterms:created>
  <dcterms:modified xsi:type="dcterms:W3CDTF">2026-05-08T05:07:55Z</dcterms:modified>
  <cp:category/>
</cp:coreProperties>
</file>