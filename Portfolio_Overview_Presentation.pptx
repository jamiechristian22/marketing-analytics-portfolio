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Marketing Analytics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Premium Executive Analytics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Marketing Analytics</a:t>
            </a:r>
          </a:p>
          <a:p>
            <a:r>
              <a:t>Product Analytics</a:t>
            </a:r>
          </a:p>
          <a:p>
            <a:r>
              <a:t>SEO &amp; SEM</a:t>
            </a:r>
          </a:p>
          <a:p>
            <a:r>
              <a:t>Funnel Analytics</a:t>
            </a:r>
          </a:p>
          <a:p>
            <a:r>
              <a:t>A/B Testing</a:t>
            </a:r>
          </a:p>
          <a:p>
            <a:r>
              <a:t>Executive KPI Reporting</a:t>
            </a:r>
          </a:p>
          <a:p>
            <a:r>
              <a:t>SQL</a:t>
            </a:r>
          </a:p>
          <a:p>
            <a:r>
              <a:t>Python</a:t>
            </a:r>
          </a:p>
          <a:p>
            <a:r>
              <a:t>R</a:t>
            </a:r>
          </a:p>
          <a:p>
            <a:r>
              <a:t>Advanced Excel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