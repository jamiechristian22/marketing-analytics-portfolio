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9706F1-3F63-4246-80E6-A87BCF7C5D5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A48ADF-4B5B-4FB8-B6CD-A95DE6BE07E4}">
      <dgm:prSet/>
      <dgm:spPr/>
      <dgm:t>
        <a:bodyPr/>
        <a:lstStyle/>
        <a:p>
          <a:r>
            <a:rPr lang="en-US"/>
            <a:t>Revenue</a:t>
          </a:r>
        </a:p>
      </dgm:t>
    </dgm:pt>
    <dgm:pt modelId="{E132A173-D10B-4F99-8494-DD389694DAF0}" type="parTrans" cxnId="{2AD290C6-3A88-4B85-A263-326DFC924692}">
      <dgm:prSet/>
      <dgm:spPr/>
      <dgm:t>
        <a:bodyPr/>
        <a:lstStyle/>
        <a:p>
          <a:endParaRPr lang="en-US"/>
        </a:p>
      </dgm:t>
    </dgm:pt>
    <dgm:pt modelId="{041C072D-FD8F-42A6-9E5C-F26392D9922C}" type="sibTrans" cxnId="{2AD290C6-3A88-4B85-A263-326DFC924692}">
      <dgm:prSet/>
      <dgm:spPr/>
      <dgm:t>
        <a:bodyPr/>
        <a:lstStyle/>
        <a:p>
          <a:endParaRPr lang="en-US"/>
        </a:p>
      </dgm:t>
    </dgm:pt>
    <dgm:pt modelId="{25B742FF-631C-478E-95F7-EECE5B0FE9F8}">
      <dgm:prSet/>
      <dgm:spPr/>
      <dgm:t>
        <a:bodyPr/>
        <a:lstStyle/>
        <a:p>
          <a:r>
            <a:rPr lang="en-US"/>
            <a:t>ROAS</a:t>
          </a:r>
        </a:p>
      </dgm:t>
    </dgm:pt>
    <dgm:pt modelId="{F0EC0069-86DC-4D48-91B9-50B5EB7D4195}" type="parTrans" cxnId="{CA66B286-8063-4C04-A8BC-ECCBF04C1E5E}">
      <dgm:prSet/>
      <dgm:spPr/>
      <dgm:t>
        <a:bodyPr/>
        <a:lstStyle/>
        <a:p>
          <a:endParaRPr lang="en-US"/>
        </a:p>
      </dgm:t>
    </dgm:pt>
    <dgm:pt modelId="{8533A294-ED02-4D58-9D9A-CF76C3764A7B}" type="sibTrans" cxnId="{CA66B286-8063-4C04-A8BC-ECCBF04C1E5E}">
      <dgm:prSet/>
      <dgm:spPr/>
      <dgm:t>
        <a:bodyPr/>
        <a:lstStyle/>
        <a:p>
          <a:endParaRPr lang="en-US"/>
        </a:p>
      </dgm:t>
    </dgm:pt>
    <dgm:pt modelId="{3A46EA93-2BEA-4DEF-8D4F-5D25BF9E2644}">
      <dgm:prSet/>
      <dgm:spPr/>
      <dgm:t>
        <a:bodyPr/>
        <a:lstStyle/>
        <a:p>
          <a:r>
            <a:rPr lang="en-US"/>
            <a:t>Conversion Rate</a:t>
          </a:r>
        </a:p>
      </dgm:t>
    </dgm:pt>
    <dgm:pt modelId="{700C4127-EB4C-4295-9E04-05EFD43D6705}" type="parTrans" cxnId="{0EDC3635-D37C-4F6B-8C79-C673E428E518}">
      <dgm:prSet/>
      <dgm:spPr/>
      <dgm:t>
        <a:bodyPr/>
        <a:lstStyle/>
        <a:p>
          <a:endParaRPr lang="en-US"/>
        </a:p>
      </dgm:t>
    </dgm:pt>
    <dgm:pt modelId="{A572B61B-1A78-4332-B94C-C067F88B918B}" type="sibTrans" cxnId="{0EDC3635-D37C-4F6B-8C79-C673E428E518}">
      <dgm:prSet/>
      <dgm:spPr/>
      <dgm:t>
        <a:bodyPr/>
        <a:lstStyle/>
        <a:p>
          <a:endParaRPr lang="en-US"/>
        </a:p>
      </dgm:t>
    </dgm:pt>
    <dgm:pt modelId="{E6A206B1-B2A0-4C70-9E36-E76570B01F9C}">
      <dgm:prSet/>
      <dgm:spPr/>
      <dgm:t>
        <a:bodyPr/>
        <a:lstStyle/>
        <a:p>
          <a:r>
            <a:rPr lang="en-US"/>
            <a:t>Retention</a:t>
          </a:r>
        </a:p>
      </dgm:t>
    </dgm:pt>
    <dgm:pt modelId="{CA321191-CE60-42D8-AECD-C35A58672ED0}" type="parTrans" cxnId="{4783C3AF-2E81-439E-905F-9AB3E6638EB2}">
      <dgm:prSet/>
      <dgm:spPr/>
      <dgm:t>
        <a:bodyPr/>
        <a:lstStyle/>
        <a:p>
          <a:endParaRPr lang="en-US"/>
        </a:p>
      </dgm:t>
    </dgm:pt>
    <dgm:pt modelId="{20137ECF-2626-482B-AD6E-9C91911B7C90}" type="sibTrans" cxnId="{4783C3AF-2E81-439E-905F-9AB3E6638EB2}">
      <dgm:prSet/>
      <dgm:spPr/>
      <dgm:t>
        <a:bodyPr/>
        <a:lstStyle/>
        <a:p>
          <a:endParaRPr lang="en-US"/>
        </a:p>
      </dgm:t>
    </dgm:pt>
    <dgm:pt modelId="{6E375167-07F1-4067-8CA8-B2BC0A820E49}">
      <dgm:prSet/>
      <dgm:spPr/>
      <dgm:t>
        <a:bodyPr/>
        <a:lstStyle/>
        <a:p>
          <a:r>
            <a:rPr lang="en-US"/>
            <a:t>Orders</a:t>
          </a:r>
        </a:p>
      </dgm:t>
    </dgm:pt>
    <dgm:pt modelId="{B113A743-C117-4CFD-B1B4-8339808531AF}" type="parTrans" cxnId="{815092A1-2F0C-4407-BEBF-BF70102980A5}">
      <dgm:prSet/>
      <dgm:spPr/>
      <dgm:t>
        <a:bodyPr/>
        <a:lstStyle/>
        <a:p>
          <a:endParaRPr lang="en-US"/>
        </a:p>
      </dgm:t>
    </dgm:pt>
    <dgm:pt modelId="{8613A3B8-68B3-443A-AB20-5F16F9F20DBF}" type="sibTrans" cxnId="{815092A1-2F0C-4407-BEBF-BF70102980A5}">
      <dgm:prSet/>
      <dgm:spPr/>
      <dgm:t>
        <a:bodyPr/>
        <a:lstStyle/>
        <a:p>
          <a:endParaRPr lang="en-US"/>
        </a:p>
      </dgm:t>
    </dgm:pt>
    <dgm:pt modelId="{12B329A2-6B87-4FBE-9478-8EF9550A3F48}">
      <dgm:prSet/>
      <dgm:spPr/>
      <dgm:t>
        <a:bodyPr/>
        <a:lstStyle/>
        <a:p>
          <a:r>
            <a:rPr lang="en-US"/>
            <a:t>SEO Performance</a:t>
          </a:r>
        </a:p>
      </dgm:t>
    </dgm:pt>
    <dgm:pt modelId="{CC9A1A92-389A-4923-8206-9EFE27F3FDA5}" type="parTrans" cxnId="{0A4ADEB1-A765-43FC-985E-5A44508AD5DD}">
      <dgm:prSet/>
      <dgm:spPr/>
      <dgm:t>
        <a:bodyPr/>
        <a:lstStyle/>
        <a:p>
          <a:endParaRPr lang="en-US"/>
        </a:p>
      </dgm:t>
    </dgm:pt>
    <dgm:pt modelId="{D56CA6EA-C2B9-449A-97A2-F12389955AF7}" type="sibTrans" cxnId="{0A4ADEB1-A765-43FC-985E-5A44508AD5DD}">
      <dgm:prSet/>
      <dgm:spPr/>
      <dgm:t>
        <a:bodyPr/>
        <a:lstStyle/>
        <a:p>
          <a:endParaRPr lang="en-US"/>
        </a:p>
      </dgm:t>
    </dgm:pt>
    <dgm:pt modelId="{220E11A6-419B-4AB4-89CC-FC4AA22F2D5F}">
      <dgm:prSet/>
      <dgm:spPr/>
      <dgm:t>
        <a:bodyPr/>
        <a:lstStyle/>
        <a:p>
          <a:r>
            <a:rPr lang="en-US"/>
            <a:t>SEM Spend Efficiency</a:t>
          </a:r>
        </a:p>
      </dgm:t>
    </dgm:pt>
    <dgm:pt modelId="{718626F0-46B6-462F-A56B-886F77AFC63D}" type="parTrans" cxnId="{82485382-5E7A-437E-9E9E-65C07491D9D3}">
      <dgm:prSet/>
      <dgm:spPr/>
      <dgm:t>
        <a:bodyPr/>
        <a:lstStyle/>
        <a:p>
          <a:endParaRPr lang="en-US"/>
        </a:p>
      </dgm:t>
    </dgm:pt>
    <dgm:pt modelId="{DB75BEC0-81DE-4405-B4CA-BB6F76D69C94}" type="sibTrans" cxnId="{82485382-5E7A-437E-9E9E-65C07491D9D3}">
      <dgm:prSet/>
      <dgm:spPr/>
      <dgm:t>
        <a:bodyPr/>
        <a:lstStyle/>
        <a:p>
          <a:endParaRPr lang="en-US"/>
        </a:p>
      </dgm:t>
    </dgm:pt>
    <dgm:pt modelId="{2BF1DD25-536B-BB44-B91D-10984699345E}" type="pres">
      <dgm:prSet presAssocID="{EA9706F1-3F63-4246-80E6-A87BCF7C5D50}" presName="diagram" presStyleCnt="0">
        <dgm:presLayoutVars>
          <dgm:dir/>
          <dgm:resizeHandles val="exact"/>
        </dgm:presLayoutVars>
      </dgm:prSet>
      <dgm:spPr/>
    </dgm:pt>
    <dgm:pt modelId="{027ACD93-0561-4245-BDB2-8ADC390554DF}" type="pres">
      <dgm:prSet presAssocID="{7AA48ADF-4B5B-4FB8-B6CD-A95DE6BE07E4}" presName="node" presStyleLbl="node1" presStyleIdx="0" presStyleCnt="7">
        <dgm:presLayoutVars>
          <dgm:bulletEnabled val="1"/>
        </dgm:presLayoutVars>
      </dgm:prSet>
      <dgm:spPr/>
    </dgm:pt>
    <dgm:pt modelId="{05732990-A51A-9541-A2A2-74F50357245E}" type="pres">
      <dgm:prSet presAssocID="{041C072D-FD8F-42A6-9E5C-F26392D9922C}" presName="sibTrans" presStyleCnt="0"/>
      <dgm:spPr/>
    </dgm:pt>
    <dgm:pt modelId="{D48C8691-9F37-9B4F-ABB7-A8FCEE952FD6}" type="pres">
      <dgm:prSet presAssocID="{25B742FF-631C-478E-95F7-EECE5B0FE9F8}" presName="node" presStyleLbl="node1" presStyleIdx="1" presStyleCnt="7">
        <dgm:presLayoutVars>
          <dgm:bulletEnabled val="1"/>
        </dgm:presLayoutVars>
      </dgm:prSet>
      <dgm:spPr/>
    </dgm:pt>
    <dgm:pt modelId="{C2216276-5651-F449-BFBA-E592749DC026}" type="pres">
      <dgm:prSet presAssocID="{8533A294-ED02-4D58-9D9A-CF76C3764A7B}" presName="sibTrans" presStyleCnt="0"/>
      <dgm:spPr/>
    </dgm:pt>
    <dgm:pt modelId="{69DCE23C-C5C4-2642-8A42-AB5AC5057C76}" type="pres">
      <dgm:prSet presAssocID="{3A46EA93-2BEA-4DEF-8D4F-5D25BF9E2644}" presName="node" presStyleLbl="node1" presStyleIdx="2" presStyleCnt="7">
        <dgm:presLayoutVars>
          <dgm:bulletEnabled val="1"/>
        </dgm:presLayoutVars>
      </dgm:prSet>
      <dgm:spPr/>
    </dgm:pt>
    <dgm:pt modelId="{DB33239C-9AEE-1A41-80AE-F3370A3B0B02}" type="pres">
      <dgm:prSet presAssocID="{A572B61B-1A78-4332-B94C-C067F88B918B}" presName="sibTrans" presStyleCnt="0"/>
      <dgm:spPr/>
    </dgm:pt>
    <dgm:pt modelId="{7916340A-CCB8-1844-BE7E-DB26A5DC128D}" type="pres">
      <dgm:prSet presAssocID="{E6A206B1-B2A0-4C70-9E36-E76570B01F9C}" presName="node" presStyleLbl="node1" presStyleIdx="3" presStyleCnt="7">
        <dgm:presLayoutVars>
          <dgm:bulletEnabled val="1"/>
        </dgm:presLayoutVars>
      </dgm:prSet>
      <dgm:spPr/>
    </dgm:pt>
    <dgm:pt modelId="{314BFCC2-8CA0-D349-A2D1-D652985A48DE}" type="pres">
      <dgm:prSet presAssocID="{20137ECF-2626-482B-AD6E-9C91911B7C90}" presName="sibTrans" presStyleCnt="0"/>
      <dgm:spPr/>
    </dgm:pt>
    <dgm:pt modelId="{B85E76A5-F5EC-144A-9DD8-68ECE058F56A}" type="pres">
      <dgm:prSet presAssocID="{6E375167-07F1-4067-8CA8-B2BC0A820E49}" presName="node" presStyleLbl="node1" presStyleIdx="4" presStyleCnt="7">
        <dgm:presLayoutVars>
          <dgm:bulletEnabled val="1"/>
        </dgm:presLayoutVars>
      </dgm:prSet>
      <dgm:spPr/>
    </dgm:pt>
    <dgm:pt modelId="{C765B6B7-94C6-9940-82BE-C7AFDAF4CFBC}" type="pres">
      <dgm:prSet presAssocID="{8613A3B8-68B3-443A-AB20-5F16F9F20DBF}" presName="sibTrans" presStyleCnt="0"/>
      <dgm:spPr/>
    </dgm:pt>
    <dgm:pt modelId="{181D837D-14E1-2C4D-A9AD-FC215F900126}" type="pres">
      <dgm:prSet presAssocID="{12B329A2-6B87-4FBE-9478-8EF9550A3F48}" presName="node" presStyleLbl="node1" presStyleIdx="5" presStyleCnt="7">
        <dgm:presLayoutVars>
          <dgm:bulletEnabled val="1"/>
        </dgm:presLayoutVars>
      </dgm:prSet>
      <dgm:spPr/>
    </dgm:pt>
    <dgm:pt modelId="{29416316-91B1-C64E-8CC4-F922D63E392A}" type="pres">
      <dgm:prSet presAssocID="{D56CA6EA-C2B9-449A-97A2-F12389955AF7}" presName="sibTrans" presStyleCnt="0"/>
      <dgm:spPr/>
    </dgm:pt>
    <dgm:pt modelId="{1991C5D0-E634-1F40-B54B-F13AB10582ED}" type="pres">
      <dgm:prSet presAssocID="{220E11A6-419B-4AB4-89CC-FC4AA22F2D5F}" presName="node" presStyleLbl="node1" presStyleIdx="6" presStyleCnt="7">
        <dgm:presLayoutVars>
          <dgm:bulletEnabled val="1"/>
        </dgm:presLayoutVars>
      </dgm:prSet>
      <dgm:spPr/>
    </dgm:pt>
  </dgm:ptLst>
  <dgm:cxnLst>
    <dgm:cxn modelId="{7BD7E400-A6A4-544E-845A-28FA363D083C}" type="presOf" srcId="{E6A206B1-B2A0-4C70-9E36-E76570B01F9C}" destId="{7916340A-CCB8-1844-BE7E-DB26A5DC128D}" srcOrd="0" destOrd="0" presId="urn:microsoft.com/office/officeart/2005/8/layout/default"/>
    <dgm:cxn modelId="{BA248818-60F1-8F41-8F54-AAF94D0CB7D8}" type="presOf" srcId="{6E375167-07F1-4067-8CA8-B2BC0A820E49}" destId="{B85E76A5-F5EC-144A-9DD8-68ECE058F56A}" srcOrd="0" destOrd="0" presId="urn:microsoft.com/office/officeart/2005/8/layout/default"/>
    <dgm:cxn modelId="{0EDC3635-D37C-4F6B-8C79-C673E428E518}" srcId="{EA9706F1-3F63-4246-80E6-A87BCF7C5D50}" destId="{3A46EA93-2BEA-4DEF-8D4F-5D25BF9E2644}" srcOrd="2" destOrd="0" parTransId="{700C4127-EB4C-4295-9E04-05EFD43D6705}" sibTransId="{A572B61B-1A78-4332-B94C-C067F88B918B}"/>
    <dgm:cxn modelId="{69608237-793A-894D-A73A-7FC3E0C11916}" type="presOf" srcId="{3A46EA93-2BEA-4DEF-8D4F-5D25BF9E2644}" destId="{69DCE23C-C5C4-2642-8A42-AB5AC5057C76}" srcOrd="0" destOrd="0" presId="urn:microsoft.com/office/officeart/2005/8/layout/default"/>
    <dgm:cxn modelId="{7C4C9E60-C99F-A043-AA06-05FFE943EB01}" type="presOf" srcId="{7AA48ADF-4B5B-4FB8-B6CD-A95DE6BE07E4}" destId="{027ACD93-0561-4245-BDB2-8ADC390554DF}" srcOrd="0" destOrd="0" presId="urn:microsoft.com/office/officeart/2005/8/layout/default"/>
    <dgm:cxn modelId="{82485382-5E7A-437E-9E9E-65C07491D9D3}" srcId="{EA9706F1-3F63-4246-80E6-A87BCF7C5D50}" destId="{220E11A6-419B-4AB4-89CC-FC4AA22F2D5F}" srcOrd="6" destOrd="0" parTransId="{718626F0-46B6-462F-A56B-886F77AFC63D}" sibTransId="{DB75BEC0-81DE-4405-B4CA-BB6F76D69C94}"/>
    <dgm:cxn modelId="{CA66B286-8063-4C04-A8BC-ECCBF04C1E5E}" srcId="{EA9706F1-3F63-4246-80E6-A87BCF7C5D50}" destId="{25B742FF-631C-478E-95F7-EECE5B0FE9F8}" srcOrd="1" destOrd="0" parTransId="{F0EC0069-86DC-4D48-91B9-50B5EB7D4195}" sibTransId="{8533A294-ED02-4D58-9D9A-CF76C3764A7B}"/>
    <dgm:cxn modelId="{F2C6E28C-0097-3C45-9D18-A1697749F9F3}" type="presOf" srcId="{25B742FF-631C-478E-95F7-EECE5B0FE9F8}" destId="{D48C8691-9F37-9B4F-ABB7-A8FCEE952FD6}" srcOrd="0" destOrd="0" presId="urn:microsoft.com/office/officeart/2005/8/layout/default"/>
    <dgm:cxn modelId="{F04A2991-E56A-4847-89D7-8E51E1C4A806}" type="presOf" srcId="{12B329A2-6B87-4FBE-9478-8EF9550A3F48}" destId="{181D837D-14E1-2C4D-A9AD-FC215F900126}" srcOrd="0" destOrd="0" presId="urn:microsoft.com/office/officeart/2005/8/layout/default"/>
    <dgm:cxn modelId="{5F0B18A0-8064-1A42-A311-4D717851D3D5}" type="presOf" srcId="{EA9706F1-3F63-4246-80E6-A87BCF7C5D50}" destId="{2BF1DD25-536B-BB44-B91D-10984699345E}" srcOrd="0" destOrd="0" presId="urn:microsoft.com/office/officeart/2005/8/layout/default"/>
    <dgm:cxn modelId="{815092A1-2F0C-4407-BEBF-BF70102980A5}" srcId="{EA9706F1-3F63-4246-80E6-A87BCF7C5D50}" destId="{6E375167-07F1-4067-8CA8-B2BC0A820E49}" srcOrd="4" destOrd="0" parTransId="{B113A743-C117-4CFD-B1B4-8339808531AF}" sibTransId="{8613A3B8-68B3-443A-AB20-5F16F9F20DBF}"/>
    <dgm:cxn modelId="{4783C3AF-2E81-439E-905F-9AB3E6638EB2}" srcId="{EA9706F1-3F63-4246-80E6-A87BCF7C5D50}" destId="{E6A206B1-B2A0-4C70-9E36-E76570B01F9C}" srcOrd="3" destOrd="0" parTransId="{CA321191-CE60-42D8-AECD-C35A58672ED0}" sibTransId="{20137ECF-2626-482B-AD6E-9C91911B7C90}"/>
    <dgm:cxn modelId="{0A4ADEB1-A765-43FC-985E-5A44508AD5DD}" srcId="{EA9706F1-3F63-4246-80E6-A87BCF7C5D50}" destId="{12B329A2-6B87-4FBE-9478-8EF9550A3F48}" srcOrd="5" destOrd="0" parTransId="{CC9A1A92-389A-4923-8206-9EFE27F3FDA5}" sibTransId="{D56CA6EA-C2B9-449A-97A2-F12389955AF7}"/>
    <dgm:cxn modelId="{2AD290C6-3A88-4B85-A263-326DFC924692}" srcId="{EA9706F1-3F63-4246-80E6-A87BCF7C5D50}" destId="{7AA48ADF-4B5B-4FB8-B6CD-A95DE6BE07E4}" srcOrd="0" destOrd="0" parTransId="{E132A173-D10B-4F99-8494-DD389694DAF0}" sibTransId="{041C072D-FD8F-42A6-9E5C-F26392D9922C}"/>
    <dgm:cxn modelId="{F9722AE6-92BD-FE46-8D0B-E673F5AE06F4}" type="presOf" srcId="{220E11A6-419B-4AB4-89CC-FC4AA22F2D5F}" destId="{1991C5D0-E634-1F40-B54B-F13AB10582ED}" srcOrd="0" destOrd="0" presId="urn:microsoft.com/office/officeart/2005/8/layout/default"/>
    <dgm:cxn modelId="{721CEDF5-9ECD-E441-92C3-08916DB0B8FB}" type="presParOf" srcId="{2BF1DD25-536B-BB44-B91D-10984699345E}" destId="{027ACD93-0561-4245-BDB2-8ADC390554DF}" srcOrd="0" destOrd="0" presId="urn:microsoft.com/office/officeart/2005/8/layout/default"/>
    <dgm:cxn modelId="{289A2F60-5557-8F43-B922-46ED17B3EB3A}" type="presParOf" srcId="{2BF1DD25-536B-BB44-B91D-10984699345E}" destId="{05732990-A51A-9541-A2A2-74F50357245E}" srcOrd="1" destOrd="0" presId="urn:microsoft.com/office/officeart/2005/8/layout/default"/>
    <dgm:cxn modelId="{4DE58FAE-DB09-424A-B74E-FC4E48D38361}" type="presParOf" srcId="{2BF1DD25-536B-BB44-B91D-10984699345E}" destId="{D48C8691-9F37-9B4F-ABB7-A8FCEE952FD6}" srcOrd="2" destOrd="0" presId="urn:microsoft.com/office/officeart/2005/8/layout/default"/>
    <dgm:cxn modelId="{B6B1F1C4-13FA-F54B-ABFE-E467091A67E9}" type="presParOf" srcId="{2BF1DD25-536B-BB44-B91D-10984699345E}" destId="{C2216276-5651-F449-BFBA-E592749DC026}" srcOrd="3" destOrd="0" presId="urn:microsoft.com/office/officeart/2005/8/layout/default"/>
    <dgm:cxn modelId="{3B50A922-FEE9-3246-B9FB-939589BC209E}" type="presParOf" srcId="{2BF1DD25-536B-BB44-B91D-10984699345E}" destId="{69DCE23C-C5C4-2642-8A42-AB5AC5057C76}" srcOrd="4" destOrd="0" presId="urn:microsoft.com/office/officeart/2005/8/layout/default"/>
    <dgm:cxn modelId="{00326BCA-3105-E840-83F4-F7B54FA658F3}" type="presParOf" srcId="{2BF1DD25-536B-BB44-B91D-10984699345E}" destId="{DB33239C-9AEE-1A41-80AE-F3370A3B0B02}" srcOrd="5" destOrd="0" presId="urn:microsoft.com/office/officeart/2005/8/layout/default"/>
    <dgm:cxn modelId="{095F246A-1B01-2C4E-8678-FDD53E04CD5E}" type="presParOf" srcId="{2BF1DD25-536B-BB44-B91D-10984699345E}" destId="{7916340A-CCB8-1844-BE7E-DB26A5DC128D}" srcOrd="6" destOrd="0" presId="urn:microsoft.com/office/officeart/2005/8/layout/default"/>
    <dgm:cxn modelId="{91681CCC-F78E-494C-BC60-2F49DB849BD9}" type="presParOf" srcId="{2BF1DD25-536B-BB44-B91D-10984699345E}" destId="{314BFCC2-8CA0-D349-A2D1-D652985A48DE}" srcOrd="7" destOrd="0" presId="urn:microsoft.com/office/officeart/2005/8/layout/default"/>
    <dgm:cxn modelId="{1954163B-D82A-6B46-A096-F1DB9834ED91}" type="presParOf" srcId="{2BF1DD25-536B-BB44-B91D-10984699345E}" destId="{B85E76A5-F5EC-144A-9DD8-68ECE058F56A}" srcOrd="8" destOrd="0" presId="urn:microsoft.com/office/officeart/2005/8/layout/default"/>
    <dgm:cxn modelId="{2FF83CEC-E249-7C48-8D98-7B4CDF1783A3}" type="presParOf" srcId="{2BF1DD25-536B-BB44-B91D-10984699345E}" destId="{C765B6B7-94C6-9940-82BE-C7AFDAF4CFBC}" srcOrd="9" destOrd="0" presId="urn:microsoft.com/office/officeart/2005/8/layout/default"/>
    <dgm:cxn modelId="{82D05642-87A2-4F44-A913-6FFB0FD6065B}" type="presParOf" srcId="{2BF1DD25-536B-BB44-B91D-10984699345E}" destId="{181D837D-14E1-2C4D-A9AD-FC215F900126}" srcOrd="10" destOrd="0" presId="urn:microsoft.com/office/officeart/2005/8/layout/default"/>
    <dgm:cxn modelId="{A5EA0DA3-8479-694F-B32E-56C481B6A871}" type="presParOf" srcId="{2BF1DD25-536B-BB44-B91D-10984699345E}" destId="{29416316-91B1-C64E-8CC4-F922D63E392A}" srcOrd="11" destOrd="0" presId="urn:microsoft.com/office/officeart/2005/8/layout/default"/>
    <dgm:cxn modelId="{3A5BA690-3464-2442-8E4D-6B79B20D088E}" type="presParOf" srcId="{2BF1DD25-536B-BB44-B91D-10984699345E}" destId="{1991C5D0-E634-1F40-B54B-F13AB10582E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566280-D870-4767-95F0-2C1131E3451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5D9208-5AD5-465B-AF27-703DF984EC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 investment in high-performing channels.</a:t>
          </a:r>
        </a:p>
      </dgm:t>
    </dgm:pt>
    <dgm:pt modelId="{ED9642E5-7A14-4CE7-9A14-EB414852124B}" type="parTrans" cxnId="{B1335446-0E33-4AE2-812B-518DE5CE7371}">
      <dgm:prSet/>
      <dgm:spPr/>
      <dgm:t>
        <a:bodyPr/>
        <a:lstStyle/>
        <a:p>
          <a:endParaRPr lang="en-US"/>
        </a:p>
      </dgm:t>
    </dgm:pt>
    <dgm:pt modelId="{14C22D8F-56D0-495B-9950-09AB30576823}" type="sibTrans" cxnId="{B1335446-0E33-4AE2-812B-518DE5CE73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C8CE91-85B5-41C3-9FBA-7571FF96E5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 checkout conversion flow.</a:t>
          </a:r>
        </a:p>
      </dgm:t>
    </dgm:pt>
    <dgm:pt modelId="{1F550CE6-C632-4586-A833-207F40C07DED}" type="parTrans" cxnId="{E11C0EE0-D96E-44FE-B9CE-6F8CFD383339}">
      <dgm:prSet/>
      <dgm:spPr/>
      <dgm:t>
        <a:bodyPr/>
        <a:lstStyle/>
        <a:p>
          <a:endParaRPr lang="en-US"/>
        </a:p>
      </dgm:t>
    </dgm:pt>
    <dgm:pt modelId="{B50D6D6F-7814-4FAD-B97D-118D85FF46B6}" type="sibTrans" cxnId="{E11C0EE0-D96E-44FE-B9CE-6F8CFD3833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E09D2F-3B85-4FB1-AA13-EF75E6DF13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Expand SEO content strategy.</a:t>
          </a:r>
        </a:p>
      </dgm:t>
    </dgm:pt>
    <dgm:pt modelId="{82B4AB61-C046-4ADC-BA7C-DA1ADAE370A7}" type="parTrans" cxnId="{98FE96BF-CB3E-4877-BA89-07874C0AE225}">
      <dgm:prSet/>
      <dgm:spPr/>
      <dgm:t>
        <a:bodyPr/>
        <a:lstStyle/>
        <a:p>
          <a:endParaRPr lang="en-US"/>
        </a:p>
      </dgm:t>
    </dgm:pt>
    <dgm:pt modelId="{C83B2DA8-0925-42CB-814A-C334A7542C59}" type="sibTrans" cxnId="{98FE96BF-CB3E-4877-BA89-07874C0AE2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37F3CB-6531-4529-95F4-2612ECB95E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Optimize SEM campaign budget allocation.</a:t>
          </a:r>
        </a:p>
      </dgm:t>
    </dgm:pt>
    <dgm:pt modelId="{D70C2E73-A340-4E95-8766-820658A1743D}" type="parTrans" cxnId="{E296F9CE-FB50-4A10-B094-FAD78465C5FA}">
      <dgm:prSet/>
      <dgm:spPr/>
      <dgm:t>
        <a:bodyPr/>
        <a:lstStyle/>
        <a:p>
          <a:endParaRPr lang="en-US"/>
        </a:p>
      </dgm:t>
    </dgm:pt>
    <dgm:pt modelId="{A571D5E1-3F8D-45DA-AFC9-1B509D8B060A}" type="sibTrans" cxnId="{E296F9CE-FB50-4A10-B094-FAD78465C5FA}">
      <dgm:prSet/>
      <dgm:spPr/>
      <dgm:t>
        <a:bodyPr/>
        <a:lstStyle/>
        <a:p>
          <a:endParaRPr lang="en-US"/>
        </a:p>
      </dgm:t>
    </dgm:pt>
    <dgm:pt modelId="{119A088C-8FB6-4E08-AFB5-E58905C55F09}" type="pres">
      <dgm:prSet presAssocID="{34566280-D870-4767-95F0-2C1131E3451B}" presName="root" presStyleCnt="0">
        <dgm:presLayoutVars>
          <dgm:dir/>
          <dgm:resizeHandles val="exact"/>
        </dgm:presLayoutVars>
      </dgm:prSet>
      <dgm:spPr/>
    </dgm:pt>
    <dgm:pt modelId="{9EFC8A6A-4398-46DB-8633-AB99DBA7B326}" type="pres">
      <dgm:prSet presAssocID="{34566280-D870-4767-95F0-2C1131E3451B}" presName="container" presStyleCnt="0">
        <dgm:presLayoutVars>
          <dgm:dir/>
          <dgm:resizeHandles val="exact"/>
        </dgm:presLayoutVars>
      </dgm:prSet>
      <dgm:spPr/>
    </dgm:pt>
    <dgm:pt modelId="{DAB56E16-BE54-43EF-BAA6-E44C8C6E4FEC}" type="pres">
      <dgm:prSet presAssocID="{C65D9208-5AD5-465B-AF27-703DF984ECDD}" presName="compNode" presStyleCnt="0"/>
      <dgm:spPr/>
    </dgm:pt>
    <dgm:pt modelId="{2C85D456-8DF3-4A7E-8880-630D1D28BE21}" type="pres">
      <dgm:prSet presAssocID="{C65D9208-5AD5-465B-AF27-703DF984ECDD}" presName="iconBgRect" presStyleLbl="bgShp" presStyleIdx="0" presStyleCnt="4"/>
      <dgm:spPr/>
    </dgm:pt>
    <dgm:pt modelId="{74F5FFD2-5176-4010-B1BF-7B90ADCD963D}" type="pres">
      <dgm:prSet presAssocID="{C65D9208-5AD5-465B-AF27-703DF984ECD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FC6FF797-11B1-4FD3-B482-F95B6B5BA9E7}" type="pres">
      <dgm:prSet presAssocID="{C65D9208-5AD5-465B-AF27-703DF984ECDD}" presName="spaceRect" presStyleCnt="0"/>
      <dgm:spPr/>
    </dgm:pt>
    <dgm:pt modelId="{591FB9B5-F2A8-47CC-BD15-2B4125175544}" type="pres">
      <dgm:prSet presAssocID="{C65D9208-5AD5-465B-AF27-703DF984ECDD}" presName="textRect" presStyleLbl="revTx" presStyleIdx="0" presStyleCnt="4">
        <dgm:presLayoutVars>
          <dgm:chMax val="1"/>
          <dgm:chPref val="1"/>
        </dgm:presLayoutVars>
      </dgm:prSet>
      <dgm:spPr/>
    </dgm:pt>
    <dgm:pt modelId="{B785639B-9BD8-4AC4-9F9C-05DD52F6965B}" type="pres">
      <dgm:prSet presAssocID="{14C22D8F-56D0-495B-9950-09AB30576823}" presName="sibTrans" presStyleLbl="sibTrans2D1" presStyleIdx="0" presStyleCnt="0"/>
      <dgm:spPr/>
    </dgm:pt>
    <dgm:pt modelId="{3AE158B7-EC44-4186-9C82-F1857D2FBEFA}" type="pres">
      <dgm:prSet presAssocID="{89C8CE91-85B5-41C3-9FBA-7571FF96E5B7}" presName="compNode" presStyleCnt="0"/>
      <dgm:spPr/>
    </dgm:pt>
    <dgm:pt modelId="{1137A506-6D19-43A4-8106-16B0B8E49BAD}" type="pres">
      <dgm:prSet presAssocID="{89C8CE91-85B5-41C3-9FBA-7571FF96E5B7}" presName="iconBgRect" presStyleLbl="bgShp" presStyleIdx="1" presStyleCnt="4"/>
      <dgm:spPr/>
    </dgm:pt>
    <dgm:pt modelId="{29828820-084D-4520-969F-774F48EB3083}" type="pres">
      <dgm:prSet presAssocID="{89C8CE91-85B5-41C3-9FBA-7571FF96E5B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AFAFC93-6AC9-4144-80AB-FC53C2D26A5B}" type="pres">
      <dgm:prSet presAssocID="{89C8CE91-85B5-41C3-9FBA-7571FF96E5B7}" presName="spaceRect" presStyleCnt="0"/>
      <dgm:spPr/>
    </dgm:pt>
    <dgm:pt modelId="{2A84CDEF-C889-4D76-80A8-9864D5857965}" type="pres">
      <dgm:prSet presAssocID="{89C8CE91-85B5-41C3-9FBA-7571FF96E5B7}" presName="textRect" presStyleLbl="revTx" presStyleIdx="1" presStyleCnt="4">
        <dgm:presLayoutVars>
          <dgm:chMax val="1"/>
          <dgm:chPref val="1"/>
        </dgm:presLayoutVars>
      </dgm:prSet>
      <dgm:spPr/>
    </dgm:pt>
    <dgm:pt modelId="{A140633D-0A11-4F67-B342-500ED51911BC}" type="pres">
      <dgm:prSet presAssocID="{B50D6D6F-7814-4FAD-B97D-118D85FF46B6}" presName="sibTrans" presStyleLbl="sibTrans2D1" presStyleIdx="0" presStyleCnt="0"/>
      <dgm:spPr/>
    </dgm:pt>
    <dgm:pt modelId="{0EF016F8-F8C2-4E31-AAC9-B8CA090B108F}" type="pres">
      <dgm:prSet presAssocID="{E5E09D2F-3B85-4FB1-AA13-EF75E6DF134C}" presName="compNode" presStyleCnt="0"/>
      <dgm:spPr/>
    </dgm:pt>
    <dgm:pt modelId="{B25B5C15-FB37-4A9A-AC1A-D970A4E0A475}" type="pres">
      <dgm:prSet presAssocID="{E5E09D2F-3B85-4FB1-AA13-EF75E6DF134C}" presName="iconBgRect" presStyleLbl="bgShp" presStyleIdx="2" presStyleCnt="4"/>
      <dgm:spPr/>
    </dgm:pt>
    <dgm:pt modelId="{87E468B4-C2C1-4810-A448-C6FA1FCA02FD}" type="pres">
      <dgm:prSet presAssocID="{E5E09D2F-3B85-4FB1-AA13-EF75E6DF134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DF2EFD6-E56D-4EEF-9C8F-349245500D3D}" type="pres">
      <dgm:prSet presAssocID="{E5E09D2F-3B85-4FB1-AA13-EF75E6DF134C}" presName="spaceRect" presStyleCnt="0"/>
      <dgm:spPr/>
    </dgm:pt>
    <dgm:pt modelId="{CE71D51E-CF51-4A3A-9C07-0486138DAF1A}" type="pres">
      <dgm:prSet presAssocID="{E5E09D2F-3B85-4FB1-AA13-EF75E6DF134C}" presName="textRect" presStyleLbl="revTx" presStyleIdx="2" presStyleCnt="4">
        <dgm:presLayoutVars>
          <dgm:chMax val="1"/>
          <dgm:chPref val="1"/>
        </dgm:presLayoutVars>
      </dgm:prSet>
      <dgm:spPr/>
    </dgm:pt>
    <dgm:pt modelId="{C55BE3DB-3E1E-40C1-86A4-FB299B3B5E45}" type="pres">
      <dgm:prSet presAssocID="{C83B2DA8-0925-42CB-814A-C334A7542C59}" presName="sibTrans" presStyleLbl="sibTrans2D1" presStyleIdx="0" presStyleCnt="0"/>
      <dgm:spPr/>
    </dgm:pt>
    <dgm:pt modelId="{EB1EDC01-1E2E-43DD-8DF1-850CFF2EFED7}" type="pres">
      <dgm:prSet presAssocID="{9D37F3CB-6531-4529-95F4-2612ECB95E2A}" presName="compNode" presStyleCnt="0"/>
      <dgm:spPr/>
    </dgm:pt>
    <dgm:pt modelId="{F74116CB-8A70-4304-8FB1-8BDF666FB9CC}" type="pres">
      <dgm:prSet presAssocID="{9D37F3CB-6531-4529-95F4-2612ECB95E2A}" presName="iconBgRect" presStyleLbl="bgShp" presStyleIdx="3" presStyleCnt="4"/>
      <dgm:spPr/>
    </dgm:pt>
    <dgm:pt modelId="{8B665B31-FFA5-4857-987D-7834A3F43EA8}" type="pres">
      <dgm:prSet presAssocID="{9D37F3CB-6531-4529-95F4-2612ECB95E2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6C0D306-A321-4165-BAC9-D5D7C3A4352E}" type="pres">
      <dgm:prSet presAssocID="{9D37F3CB-6531-4529-95F4-2612ECB95E2A}" presName="spaceRect" presStyleCnt="0"/>
      <dgm:spPr/>
    </dgm:pt>
    <dgm:pt modelId="{142805A3-E96E-4891-AFD9-51CF4AC2D635}" type="pres">
      <dgm:prSet presAssocID="{9D37F3CB-6531-4529-95F4-2612ECB95E2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9BBC18-8B9C-4FCC-AAC9-9E1EC8BA57F4}" type="presOf" srcId="{B50D6D6F-7814-4FAD-B97D-118D85FF46B6}" destId="{A140633D-0A11-4F67-B342-500ED51911BC}" srcOrd="0" destOrd="0" presId="urn:microsoft.com/office/officeart/2018/2/layout/IconCircleList"/>
    <dgm:cxn modelId="{39B2C12A-8858-4A70-96D2-83526CBD9A84}" type="presOf" srcId="{89C8CE91-85B5-41C3-9FBA-7571FF96E5B7}" destId="{2A84CDEF-C889-4D76-80A8-9864D5857965}" srcOrd="0" destOrd="0" presId="urn:microsoft.com/office/officeart/2018/2/layout/IconCircleList"/>
    <dgm:cxn modelId="{3321FD3E-CA67-4905-ABE6-EDE825A8B8D2}" type="presOf" srcId="{9D37F3CB-6531-4529-95F4-2612ECB95E2A}" destId="{142805A3-E96E-4891-AFD9-51CF4AC2D635}" srcOrd="0" destOrd="0" presId="urn:microsoft.com/office/officeart/2018/2/layout/IconCircleList"/>
    <dgm:cxn modelId="{B1335446-0E33-4AE2-812B-518DE5CE7371}" srcId="{34566280-D870-4767-95F0-2C1131E3451B}" destId="{C65D9208-5AD5-465B-AF27-703DF984ECDD}" srcOrd="0" destOrd="0" parTransId="{ED9642E5-7A14-4CE7-9A14-EB414852124B}" sibTransId="{14C22D8F-56D0-495B-9950-09AB30576823}"/>
    <dgm:cxn modelId="{409C4D54-1D10-427B-A3FF-D494D093BD61}" type="presOf" srcId="{C65D9208-5AD5-465B-AF27-703DF984ECDD}" destId="{591FB9B5-F2A8-47CC-BD15-2B4125175544}" srcOrd="0" destOrd="0" presId="urn:microsoft.com/office/officeart/2018/2/layout/IconCircleList"/>
    <dgm:cxn modelId="{0C627557-5529-4F74-8BF2-E09A31F86146}" type="presOf" srcId="{C83B2DA8-0925-42CB-814A-C334A7542C59}" destId="{C55BE3DB-3E1E-40C1-86A4-FB299B3B5E45}" srcOrd="0" destOrd="0" presId="urn:microsoft.com/office/officeart/2018/2/layout/IconCircleList"/>
    <dgm:cxn modelId="{0B8BA369-120E-46D2-A264-0E753EE3D35C}" type="presOf" srcId="{34566280-D870-4767-95F0-2C1131E3451B}" destId="{119A088C-8FB6-4E08-AFB5-E58905C55F09}" srcOrd="0" destOrd="0" presId="urn:microsoft.com/office/officeart/2018/2/layout/IconCircleList"/>
    <dgm:cxn modelId="{B0B85382-EA96-4282-8BA1-471C16AD202B}" type="presOf" srcId="{E5E09D2F-3B85-4FB1-AA13-EF75E6DF134C}" destId="{CE71D51E-CF51-4A3A-9C07-0486138DAF1A}" srcOrd="0" destOrd="0" presId="urn:microsoft.com/office/officeart/2018/2/layout/IconCircleList"/>
    <dgm:cxn modelId="{047C649D-85DC-411D-8CD4-DE290F2D0788}" type="presOf" srcId="{14C22D8F-56D0-495B-9950-09AB30576823}" destId="{B785639B-9BD8-4AC4-9F9C-05DD52F6965B}" srcOrd="0" destOrd="0" presId="urn:microsoft.com/office/officeart/2018/2/layout/IconCircleList"/>
    <dgm:cxn modelId="{98FE96BF-CB3E-4877-BA89-07874C0AE225}" srcId="{34566280-D870-4767-95F0-2C1131E3451B}" destId="{E5E09D2F-3B85-4FB1-AA13-EF75E6DF134C}" srcOrd="2" destOrd="0" parTransId="{82B4AB61-C046-4ADC-BA7C-DA1ADAE370A7}" sibTransId="{C83B2DA8-0925-42CB-814A-C334A7542C59}"/>
    <dgm:cxn modelId="{E296F9CE-FB50-4A10-B094-FAD78465C5FA}" srcId="{34566280-D870-4767-95F0-2C1131E3451B}" destId="{9D37F3CB-6531-4529-95F4-2612ECB95E2A}" srcOrd="3" destOrd="0" parTransId="{D70C2E73-A340-4E95-8766-820658A1743D}" sibTransId="{A571D5E1-3F8D-45DA-AFC9-1B509D8B060A}"/>
    <dgm:cxn modelId="{E11C0EE0-D96E-44FE-B9CE-6F8CFD383339}" srcId="{34566280-D870-4767-95F0-2C1131E3451B}" destId="{89C8CE91-85B5-41C3-9FBA-7571FF96E5B7}" srcOrd="1" destOrd="0" parTransId="{1F550CE6-C632-4586-A833-207F40C07DED}" sibTransId="{B50D6D6F-7814-4FAD-B97D-118D85FF46B6}"/>
    <dgm:cxn modelId="{15AF1CF8-5933-4E90-9D2D-F259073E3A20}" type="presParOf" srcId="{119A088C-8FB6-4E08-AFB5-E58905C55F09}" destId="{9EFC8A6A-4398-46DB-8633-AB99DBA7B326}" srcOrd="0" destOrd="0" presId="urn:microsoft.com/office/officeart/2018/2/layout/IconCircleList"/>
    <dgm:cxn modelId="{5A985280-F816-44BF-9BCE-225137523CEA}" type="presParOf" srcId="{9EFC8A6A-4398-46DB-8633-AB99DBA7B326}" destId="{DAB56E16-BE54-43EF-BAA6-E44C8C6E4FEC}" srcOrd="0" destOrd="0" presId="urn:microsoft.com/office/officeart/2018/2/layout/IconCircleList"/>
    <dgm:cxn modelId="{EC23BD1A-0AEE-4A0C-95A1-EB94277AADA7}" type="presParOf" srcId="{DAB56E16-BE54-43EF-BAA6-E44C8C6E4FEC}" destId="{2C85D456-8DF3-4A7E-8880-630D1D28BE21}" srcOrd="0" destOrd="0" presId="urn:microsoft.com/office/officeart/2018/2/layout/IconCircleList"/>
    <dgm:cxn modelId="{48767BD4-D9DF-4AAA-AD28-38433408BAC1}" type="presParOf" srcId="{DAB56E16-BE54-43EF-BAA6-E44C8C6E4FEC}" destId="{74F5FFD2-5176-4010-B1BF-7B90ADCD963D}" srcOrd="1" destOrd="0" presId="urn:microsoft.com/office/officeart/2018/2/layout/IconCircleList"/>
    <dgm:cxn modelId="{5B77D760-4FF9-466A-B04E-E327C085638F}" type="presParOf" srcId="{DAB56E16-BE54-43EF-BAA6-E44C8C6E4FEC}" destId="{FC6FF797-11B1-4FD3-B482-F95B6B5BA9E7}" srcOrd="2" destOrd="0" presId="urn:microsoft.com/office/officeart/2018/2/layout/IconCircleList"/>
    <dgm:cxn modelId="{9640E1CA-0556-4068-B51F-093AA40F47E8}" type="presParOf" srcId="{DAB56E16-BE54-43EF-BAA6-E44C8C6E4FEC}" destId="{591FB9B5-F2A8-47CC-BD15-2B4125175544}" srcOrd="3" destOrd="0" presId="urn:microsoft.com/office/officeart/2018/2/layout/IconCircleList"/>
    <dgm:cxn modelId="{56432645-4E84-4D89-A79C-4F55C935D41C}" type="presParOf" srcId="{9EFC8A6A-4398-46DB-8633-AB99DBA7B326}" destId="{B785639B-9BD8-4AC4-9F9C-05DD52F6965B}" srcOrd="1" destOrd="0" presId="urn:microsoft.com/office/officeart/2018/2/layout/IconCircleList"/>
    <dgm:cxn modelId="{64E827FE-E397-47E8-B87C-F9312BFA11DC}" type="presParOf" srcId="{9EFC8A6A-4398-46DB-8633-AB99DBA7B326}" destId="{3AE158B7-EC44-4186-9C82-F1857D2FBEFA}" srcOrd="2" destOrd="0" presId="urn:microsoft.com/office/officeart/2018/2/layout/IconCircleList"/>
    <dgm:cxn modelId="{E1129A1B-85AA-40AD-8679-B430EE190F56}" type="presParOf" srcId="{3AE158B7-EC44-4186-9C82-F1857D2FBEFA}" destId="{1137A506-6D19-43A4-8106-16B0B8E49BAD}" srcOrd="0" destOrd="0" presId="urn:microsoft.com/office/officeart/2018/2/layout/IconCircleList"/>
    <dgm:cxn modelId="{850A4B5E-4C19-4262-98D6-9566144D68F3}" type="presParOf" srcId="{3AE158B7-EC44-4186-9C82-F1857D2FBEFA}" destId="{29828820-084D-4520-969F-774F48EB3083}" srcOrd="1" destOrd="0" presId="urn:microsoft.com/office/officeart/2018/2/layout/IconCircleList"/>
    <dgm:cxn modelId="{EF4301B7-C6C8-4C55-89E8-A1D2FE7E048A}" type="presParOf" srcId="{3AE158B7-EC44-4186-9C82-F1857D2FBEFA}" destId="{CAFAFC93-6AC9-4144-80AB-FC53C2D26A5B}" srcOrd="2" destOrd="0" presId="urn:microsoft.com/office/officeart/2018/2/layout/IconCircleList"/>
    <dgm:cxn modelId="{D97457D2-DE92-47A8-A88A-D544909D5619}" type="presParOf" srcId="{3AE158B7-EC44-4186-9C82-F1857D2FBEFA}" destId="{2A84CDEF-C889-4D76-80A8-9864D5857965}" srcOrd="3" destOrd="0" presId="urn:microsoft.com/office/officeart/2018/2/layout/IconCircleList"/>
    <dgm:cxn modelId="{A7C1CF39-CE33-4503-AB2F-1B52B08DE278}" type="presParOf" srcId="{9EFC8A6A-4398-46DB-8633-AB99DBA7B326}" destId="{A140633D-0A11-4F67-B342-500ED51911BC}" srcOrd="3" destOrd="0" presId="urn:microsoft.com/office/officeart/2018/2/layout/IconCircleList"/>
    <dgm:cxn modelId="{89DF19E3-33EA-4489-8F0B-874EE1222D1A}" type="presParOf" srcId="{9EFC8A6A-4398-46DB-8633-AB99DBA7B326}" destId="{0EF016F8-F8C2-4E31-AAC9-B8CA090B108F}" srcOrd="4" destOrd="0" presId="urn:microsoft.com/office/officeart/2018/2/layout/IconCircleList"/>
    <dgm:cxn modelId="{31F0B6AB-1C5A-458C-9321-5874C684770E}" type="presParOf" srcId="{0EF016F8-F8C2-4E31-AAC9-B8CA090B108F}" destId="{B25B5C15-FB37-4A9A-AC1A-D970A4E0A475}" srcOrd="0" destOrd="0" presId="urn:microsoft.com/office/officeart/2018/2/layout/IconCircleList"/>
    <dgm:cxn modelId="{AAABD098-B5E5-403C-9FAD-A745BB02D82E}" type="presParOf" srcId="{0EF016F8-F8C2-4E31-AAC9-B8CA090B108F}" destId="{87E468B4-C2C1-4810-A448-C6FA1FCA02FD}" srcOrd="1" destOrd="0" presId="urn:microsoft.com/office/officeart/2018/2/layout/IconCircleList"/>
    <dgm:cxn modelId="{3131FE7D-4640-4584-BBC6-51AAC2C143C5}" type="presParOf" srcId="{0EF016F8-F8C2-4E31-AAC9-B8CA090B108F}" destId="{7DF2EFD6-E56D-4EEF-9C8F-349245500D3D}" srcOrd="2" destOrd="0" presId="urn:microsoft.com/office/officeart/2018/2/layout/IconCircleList"/>
    <dgm:cxn modelId="{611EE947-1354-4864-9B1D-EBDDC1A1899D}" type="presParOf" srcId="{0EF016F8-F8C2-4E31-AAC9-B8CA090B108F}" destId="{CE71D51E-CF51-4A3A-9C07-0486138DAF1A}" srcOrd="3" destOrd="0" presId="urn:microsoft.com/office/officeart/2018/2/layout/IconCircleList"/>
    <dgm:cxn modelId="{96C34D16-86D0-4735-9258-305F485A3271}" type="presParOf" srcId="{9EFC8A6A-4398-46DB-8633-AB99DBA7B326}" destId="{C55BE3DB-3E1E-40C1-86A4-FB299B3B5E45}" srcOrd="5" destOrd="0" presId="urn:microsoft.com/office/officeart/2018/2/layout/IconCircleList"/>
    <dgm:cxn modelId="{98145EE9-4DCF-4F7E-A12F-DFE3EA7F64ED}" type="presParOf" srcId="{9EFC8A6A-4398-46DB-8633-AB99DBA7B326}" destId="{EB1EDC01-1E2E-43DD-8DF1-850CFF2EFED7}" srcOrd="6" destOrd="0" presId="urn:microsoft.com/office/officeart/2018/2/layout/IconCircleList"/>
    <dgm:cxn modelId="{6884C0D7-9238-44F5-B22B-B3FADE26550B}" type="presParOf" srcId="{EB1EDC01-1E2E-43DD-8DF1-850CFF2EFED7}" destId="{F74116CB-8A70-4304-8FB1-8BDF666FB9CC}" srcOrd="0" destOrd="0" presId="urn:microsoft.com/office/officeart/2018/2/layout/IconCircleList"/>
    <dgm:cxn modelId="{4146433E-5448-4B33-A246-247AC87544D1}" type="presParOf" srcId="{EB1EDC01-1E2E-43DD-8DF1-850CFF2EFED7}" destId="{8B665B31-FFA5-4857-987D-7834A3F43EA8}" srcOrd="1" destOrd="0" presId="urn:microsoft.com/office/officeart/2018/2/layout/IconCircleList"/>
    <dgm:cxn modelId="{04EF2073-C4EB-434D-892C-3B57579FFEE9}" type="presParOf" srcId="{EB1EDC01-1E2E-43DD-8DF1-850CFF2EFED7}" destId="{A6C0D306-A321-4165-BAC9-D5D7C3A4352E}" srcOrd="2" destOrd="0" presId="urn:microsoft.com/office/officeart/2018/2/layout/IconCircleList"/>
    <dgm:cxn modelId="{5792AA0E-CBEB-4DAB-9F06-16BF5A352D85}" type="presParOf" srcId="{EB1EDC01-1E2E-43DD-8DF1-850CFF2EFED7}" destId="{142805A3-E96E-4891-AFD9-51CF4AC2D63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ACD93-0561-4245-BDB2-8ADC390554DF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Revenue</a:t>
          </a:r>
        </a:p>
      </dsp:txBody>
      <dsp:txXfrm>
        <a:off x="749153" y="3413"/>
        <a:ext cx="2092988" cy="1255793"/>
      </dsp:txXfrm>
    </dsp:sp>
    <dsp:sp modelId="{D48C8691-9F37-9B4F-ABB7-A8FCEE952FD6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ROAS</a:t>
          </a:r>
        </a:p>
      </dsp:txBody>
      <dsp:txXfrm>
        <a:off x="3051441" y="3413"/>
        <a:ext cx="2092988" cy="1255793"/>
      </dsp:txXfrm>
    </dsp:sp>
    <dsp:sp modelId="{69DCE23C-C5C4-2642-8A42-AB5AC5057C76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Conversion Rate</a:t>
          </a:r>
        </a:p>
      </dsp:txBody>
      <dsp:txXfrm>
        <a:off x="5353728" y="3413"/>
        <a:ext cx="2092988" cy="1255793"/>
      </dsp:txXfrm>
    </dsp:sp>
    <dsp:sp modelId="{7916340A-CCB8-1844-BE7E-DB26A5DC128D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Retention</a:t>
          </a:r>
        </a:p>
      </dsp:txBody>
      <dsp:txXfrm>
        <a:off x="749153" y="1468505"/>
        <a:ext cx="2092988" cy="1255793"/>
      </dsp:txXfrm>
    </dsp:sp>
    <dsp:sp modelId="{B85E76A5-F5EC-144A-9DD8-68ECE058F56A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Orders</a:t>
          </a:r>
        </a:p>
      </dsp:txBody>
      <dsp:txXfrm>
        <a:off x="3051441" y="1468505"/>
        <a:ext cx="2092988" cy="1255793"/>
      </dsp:txXfrm>
    </dsp:sp>
    <dsp:sp modelId="{181D837D-14E1-2C4D-A9AD-FC215F900126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SEO Performance</a:t>
          </a:r>
        </a:p>
      </dsp:txBody>
      <dsp:txXfrm>
        <a:off x="5353728" y="1468505"/>
        <a:ext cx="2092988" cy="1255793"/>
      </dsp:txXfrm>
    </dsp:sp>
    <dsp:sp modelId="{1991C5D0-E634-1F40-B54B-F13AB10582ED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SEM Spend Efficiency</a:t>
          </a:r>
        </a:p>
      </dsp:txBody>
      <dsp:txXfrm>
        <a:off x="3051441" y="2933597"/>
        <a:ext cx="2092988" cy="1255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5D456-8DF3-4A7E-8880-630D1D28BE21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5FFD2-5176-4010-B1BF-7B90ADCD963D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FB9B5-F2A8-47CC-BD15-2B4125175544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Increase investment in high-performing channels.</a:t>
          </a:r>
        </a:p>
      </dsp:txBody>
      <dsp:txXfrm>
        <a:off x="1340173" y="795493"/>
        <a:ext cx="2552269" cy="1082781"/>
      </dsp:txXfrm>
    </dsp:sp>
    <dsp:sp modelId="{1137A506-6D19-43A4-8106-16B0B8E49BAD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28820-084D-4520-969F-774F48EB3083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4CDEF-C889-4D76-80A8-9864D5857965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Improve checkout conversion flow.</a:t>
          </a:r>
        </a:p>
      </dsp:txBody>
      <dsp:txXfrm>
        <a:off x="5651962" y="795493"/>
        <a:ext cx="2552269" cy="1082781"/>
      </dsp:txXfrm>
    </dsp:sp>
    <dsp:sp modelId="{B25B5C15-FB37-4A9A-AC1A-D970A4E0A475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468B4-C2C1-4810-A448-C6FA1FCA02FD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1D51E-CF51-4A3A-9C07-0486138DAF1A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Expand SEO content strategy.</a:t>
          </a:r>
        </a:p>
      </dsp:txBody>
      <dsp:txXfrm>
        <a:off x="1340173" y="2647688"/>
        <a:ext cx="2552269" cy="1082781"/>
      </dsp:txXfrm>
    </dsp:sp>
    <dsp:sp modelId="{F74116CB-8A70-4304-8FB1-8BDF666FB9CC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65B31-FFA5-4857-987D-7834A3F43EA8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805A3-E96E-4891-AFD9-51CF4AC2D635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Optimize SEM campaign budget allocation.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04 Marketing ROI And Budget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Premium Marketing Analytics Portfolio Presentation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Leadership lacked visibility into conversion performance, revenue trends, SEO/SEM effectiveness, and customer behavior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KPIs Tracked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5C1DD2-62C0-0740-23EA-5943FA8BE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7658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Recommendations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72BECD-A7EA-AD72-70FA-65EC610FCE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Portfolio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This project demonstrates dashboard analytics, SQL reporting, Python/R workflows, SEO/SEM analysis, and executive KPI storytelling.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12297BE-6F94-3D12-7711-9674D3DBF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</Words>
  <Application>Microsoft Macintosh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04 Marketing ROI And Budget Optimization</vt:lpstr>
      <vt:lpstr>Business Problem</vt:lpstr>
      <vt:lpstr>KPIs Tracked</vt:lpstr>
      <vt:lpstr>Business Recommendations</vt:lpstr>
      <vt:lpstr>Portfolio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2026-05-08T05:01:23Z</dcterms:modified>
  <cp:category/>
</cp:coreProperties>
</file>