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CAA07-2512-406F-9FD5-4B6BFA44D0F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72781D-D452-4C2E-80A4-ABF62C211EE9}">
      <dgm:prSet/>
      <dgm:spPr/>
      <dgm:t>
        <a:bodyPr/>
        <a:lstStyle/>
        <a:p>
          <a:r>
            <a:rPr lang="en-US"/>
            <a:t>Revenue</a:t>
          </a:r>
        </a:p>
      </dgm:t>
    </dgm:pt>
    <dgm:pt modelId="{AF48A665-E924-49BC-A8EE-F307938D4A98}" type="parTrans" cxnId="{40FF80B1-ABAB-4A91-8BA5-8BE62E83C136}">
      <dgm:prSet/>
      <dgm:spPr/>
      <dgm:t>
        <a:bodyPr/>
        <a:lstStyle/>
        <a:p>
          <a:endParaRPr lang="en-US"/>
        </a:p>
      </dgm:t>
    </dgm:pt>
    <dgm:pt modelId="{4F6A3004-1EE1-41FD-A86C-2D8E8308EB13}" type="sibTrans" cxnId="{40FF80B1-ABAB-4A91-8BA5-8BE62E83C136}">
      <dgm:prSet/>
      <dgm:spPr/>
      <dgm:t>
        <a:bodyPr/>
        <a:lstStyle/>
        <a:p>
          <a:endParaRPr lang="en-US"/>
        </a:p>
      </dgm:t>
    </dgm:pt>
    <dgm:pt modelId="{4AC4CD4B-3217-4B43-A4EA-CEB26E94E3A5}">
      <dgm:prSet/>
      <dgm:spPr/>
      <dgm:t>
        <a:bodyPr/>
        <a:lstStyle/>
        <a:p>
          <a:r>
            <a:rPr lang="en-US"/>
            <a:t>ROAS</a:t>
          </a:r>
        </a:p>
      </dgm:t>
    </dgm:pt>
    <dgm:pt modelId="{57067B07-A02D-4E56-B06F-181D340E25A3}" type="parTrans" cxnId="{1AAA5C01-41E3-4DD0-B0AC-181DE042C62B}">
      <dgm:prSet/>
      <dgm:spPr/>
      <dgm:t>
        <a:bodyPr/>
        <a:lstStyle/>
        <a:p>
          <a:endParaRPr lang="en-US"/>
        </a:p>
      </dgm:t>
    </dgm:pt>
    <dgm:pt modelId="{103678FB-471D-4BBC-99AC-09F963C04E84}" type="sibTrans" cxnId="{1AAA5C01-41E3-4DD0-B0AC-181DE042C62B}">
      <dgm:prSet/>
      <dgm:spPr/>
      <dgm:t>
        <a:bodyPr/>
        <a:lstStyle/>
        <a:p>
          <a:endParaRPr lang="en-US"/>
        </a:p>
      </dgm:t>
    </dgm:pt>
    <dgm:pt modelId="{2D57E82E-3CB2-4CDE-BE17-990A6A0A3936}">
      <dgm:prSet/>
      <dgm:spPr/>
      <dgm:t>
        <a:bodyPr/>
        <a:lstStyle/>
        <a:p>
          <a:r>
            <a:rPr lang="en-US"/>
            <a:t>Conversion Rate</a:t>
          </a:r>
        </a:p>
      </dgm:t>
    </dgm:pt>
    <dgm:pt modelId="{193F837E-417C-4B9E-A6BB-4FB3251BAE28}" type="parTrans" cxnId="{124E15A6-2E9B-4689-AE36-6301EF74EE29}">
      <dgm:prSet/>
      <dgm:spPr/>
      <dgm:t>
        <a:bodyPr/>
        <a:lstStyle/>
        <a:p>
          <a:endParaRPr lang="en-US"/>
        </a:p>
      </dgm:t>
    </dgm:pt>
    <dgm:pt modelId="{43B75EEE-053C-4D41-B16B-8CB8A4825255}" type="sibTrans" cxnId="{124E15A6-2E9B-4689-AE36-6301EF74EE29}">
      <dgm:prSet/>
      <dgm:spPr/>
      <dgm:t>
        <a:bodyPr/>
        <a:lstStyle/>
        <a:p>
          <a:endParaRPr lang="en-US"/>
        </a:p>
      </dgm:t>
    </dgm:pt>
    <dgm:pt modelId="{151A4852-7387-4975-B2CD-A1CC56F8E25D}">
      <dgm:prSet/>
      <dgm:spPr/>
      <dgm:t>
        <a:bodyPr/>
        <a:lstStyle/>
        <a:p>
          <a:r>
            <a:rPr lang="en-US"/>
            <a:t>Retention</a:t>
          </a:r>
        </a:p>
      </dgm:t>
    </dgm:pt>
    <dgm:pt modelId="{09458006-9D00-4ADF-89F3-23C71F5136AD}" type="parTrans" cxnId="{F8FADEC6-0BB2-4467-93CC-EA0A364DC616}">
      <dgm:prSet/>
      <dgm:spPr/>
      <dgm:t>
        <a:bodyPr/>
        <a:lstStyle/>
        <a:p>
          <a:endParaRPr lang="en-US"/>
        </a:p>
      </dgm:t>
    </dgm:pt>
    <dgm:pt modelId="{67CE990C-3DD2-4194-B339-E0D060986493}" type="sibTrans" cxnId="{F8FADEC6-0BB2-4467-93CC-EA0A364DC616}">
      <dgm:prSet/>
      <dgm:spPr/>
      <dgm:t>
        <a:bodyPr/>
        <a:lstStyle/>
        <a:p>
          <a:endParaRPr lang="en-US"/>
        </a:p>
      </dgm:t>
    </dgm:pt>
    <dgm:pt modelId="{FDB91404-B4C0-4751-97CB-2F0855A9FDEC}">
      <dgm:prSet/>
      <dgm:spPr/>
      <dgm:t>
        <a:bodyPr/>
        <a:lstStyle/>
        <a:p>
          <a:r>
            <a:rPr lang="en-US"/>
            <a:t>Orders</a:t>
          </a:r>
        </a:p>
      </dgm:t>
    </dgm:pt>
    <dgm:pt modelId="{E9E4501D-53AD-43C5-BB29-74A5AC0368F8}" type="parTrans" cxnId="{47635800-9D36-4213-AC65-603773E27EFB}">
      <dgm:prSet/>
      <dgm:spPr/>
      <dgm:t>
        <a:bodyPr/>
        <a:lstStyle/>
        <a:p>
          <a:endParaRPr lang="en-US"/>
        </a:p>
      </dgm:t>
    </dgm:pt>
    <dgm:pt modelId="{EBDE91D8-F3DA-4BFF-9906-88E17DE59CC1}" type="sibTrans" cxnId="{47635800-9D36-4213-AC65-603773E27EFB}">
      <dgm:prSet/>
      <dgm:spPr/>
      <dgm:t>
        <a:bodyPr/>
        <a:lstStyle/>
        <a:p>
          <a:endParaRPr lang="en-US"/>
        </a:p>
      </dgm:t>
    </dgm:pt>
    <dgm:pt modelId="{BAD8377F-B906-4D06-A15E-98AABB433FD8}">
      <dgm:prSet/>
      <dgm:spPr/>
      <dgm:t>
        <a:bodyPr/>
        <a:lstStyle/>
        <a:p>
          <a:r>
            <a:rPr lang="en-US"/>
            <a:t>SEO Performance</a:t>
          </a:r>
        </a:p>
      </dgm:t>
    </dgm:pt>
    <dgm:pt modelId="{4894A460-9052-4956-8765-96020AA32A09}" type="parTrans" cxnId="{0317BFC6-C75D-4CB7-AEB5-110E8340CD28}">
      <dgm:prSet/>
      <dgm:spPr/>
      <dgm:t>
        <a:bodyPr/>
        <a:lstStyle/>
        <a:p>
          <a:endParaRPr lang="en-US"/>
        </a:p>
      </dgm:t>
    </dgm:pt>
    <dgm:pt modelId="{D0CCB8AF-530F-45E4-85BA-3ED94BBF10DA}" type="sibTrans" cxnId="{0317BFC6-C75D-4CB7-AEB5-110E8340CD28}">
      <dgm:prSet/>
      <dgm:spPr/>
      <dgm:t>
        <a:bodyPr/>
        <a:lstStyle/>
        <a:p>
          <a:endParaRPr lang="en-US"/>
        </a:p>
      </dgm:t>
    </dgm:pt>
    <dgm:pt modelId="{53A8798C-1DDE-40E8-9618-E06F2B412EC9}">
      <dgm:prSet/>
      <dgm:spPr/>
      <dgm:t>
        <a:bodyPr/>
        <a:lstStyle/>
        <a:p>
          <a:r>
            <a:rPr lang="en-US"/>
            <a:t>SEM Spend Efficiency</a:t>
          </a:r>
        </a:p>
      </dgm:t>
    </dgm:pt>
    <dgm:pt modelId="{CA9CB881-B85A-4527-B460-C7D40EB6CE49}" type="parTrans" cxnId="{C6321F17-EE18-45B9-97BF-5210B40A5A3E}">
      <dgm:prSet/>
      <dgm:spPr/>
      <dgm:t>
        <a:bodyPr/>
        <a:lstStyle/>
        <a:p>
          <a:endParaRPr lang="en-US"/>
        </a:p>
      </dgm:t>
    </dgm:pt>
    <dgm:pt modelId="{9B53725F-0B40-4CD1-81E3-1A482DBDA8CD}" type="sibTrans" cxnId="{C6321F17-EE18-45B9-97BF-5210B40A5A3E}">
      <dgm:prSet/>
      <dgm:spPr/>
      <dgm:t>
        <a:bodyPr/>
        <a:lstStyle/>
        <a:p>
          <a:endParaRPr lang="en-US"/>
        </a:p>
      </dgm:t>
    </dgm:pt>
    <dgm:pt modelId="{184AC762-587E-F442-85B3-3CA2E28B8D63}" type="pres">
      <dgm:prSet presAssocID="{6D7CAA07-2512-406F-9FD5-4B6BFA44D0FC}" presName="diagram" presStyleCnt="0">
        <dgm:presLayoutVars>
          <dgm:dir/>
          <dgm:resizeHandles val="exact"/>
        </dgm:presLayoutVars>
      </dgm:prSet>
      <dgm:spPr/>
    </dgm:pt>
    <dgm:pt modelId="{C79D3090-FE5F-8941-92FB-AE9009D3342C}" type="pres">
      <dgm:prSet presAssocID="{1672781D-D452-4C2E-80A4-ABF62C211EE9}" presName="node" presStyleLbl="node1" presStyleIdx="0" presStyleCnt="7">
        <dgm:presLayoutVars>
          <dgm:bulletEnabled val="1"/>
        </dgm:presLayoutVars>
      </dgm:prSet>
      <dgm:spPr/>
    </dgm:pt>
    <dgm:pt modelId="{E0E6776E-E125-8841-98DD-9E52107E240F}" type="pres">
      <dgm:prSet presAssocID="{4F6A3004-1EE1-41FD-A86C-2D8E8308EB13}" presName="sibTrans" presStyleCnt="0"/>
      <dgm:spPr/>
    </dgm:pt>
    <dgm:pt modelId="{20B1C41B-3880-5444-BC92-2AC02F300F93}" type="pres">
      <dgm:prSet presAssocID="{4AC4CD4B-3217-4B43-A4EA-CEB26E94E3A5}" presName="node" presStyleLbl="node1" presStyleIdx="1" presStyleCnt="7">
        <dgm:presLayoutVars>
          <dgm:bulletEnabled val="1"/>
        </dgm:presLayoutVars>
      </dgm:prSet>
      <dgm:spPr/>
    </dgm:pt>
    <dgm:pt modelId="{25817D72-C81D-0E4D-9D0F-5852ED10822D}" type="pres">
      <dgm:prSet presAssocID="{103678FB-471D-4BBC-99AC-09F963C04E84}" presName="sibTrans" presStyleCnt="0"/>
      <dgm:spPr/>
    </dgm:pt>
    <dgm:pt modelId="{BC7923B0-56FE-CA45-AE70-7A2E3A801296}" type="pres">
      <dgm:prSet presAssocID="{2D57E82E-3CB2-4CDE-BE17-990A6A0A3936}" presName="node" presStyleLbl="node1" presStyleIdx="2" presStyleCnt="7">
        <dgm:presLayoutVars>
          <dgm:bulletEnabled val="1"/>
        </dgm:presLayoutVars>
      </dgm:prSet>
      <dgm:spPr/>
    </dgm:pt>
    <dgm:pt modelId="{1F6F5A2E-4944-A64B-B498-796B88F24089}" type="pres">
      <dgm:prSet presAssocID="{43B75EEE-053C-4D41-B16B-8CB8A4825255}" presName="sibTrans" presStyleCnt="0"/>
      <dgm:spPr/>
    </dgm:pt>
    <dgm:pt modelId="{AC198363-042A-4647-B9F8-4F837B12ACE6}" type="pres">
      <dgm:prSet presAssocID="{151A4852-7387-4975-B2CD-A1CC56F8E25D}" presName="node" presStyleLbl="node1" presStyleIdx="3" presStyleCnt="7">
        <dgm:presLayoutVars>
          <dgm:bulletEnabled val="1"/>
        </dgm:presLayoutVars>
      </dgm:prSet>
      <dgm:spPr/>
    </dgm:pt>
    <dgm:pt modelId="{402F036C-2F12-2C4B-B8B7-91BA97ECB55B}" type="pres">
      <dgm:prSet presAssocID="{67CE990C-3DD2-4194-B339-E0D060986493}" presName="sibTrans" presStyleCnt="0"/>
      <dgm:spPr/>
    </dgm:pt>
    <dgm:pt modelId="{2AA6B76C-5854-CD49-A364-060AF6464190}" type="pres">
      <dgm:prSet presAssocID="{FDB91404-B4C0-4751-97CB-2F0855A9FDEC}" presName="node" presStyleLbl="node1" presStyleIdx="4" presStyleCnt="7">
        <dgm:presLayoutVars>
          <dgm:bulletEnabled val="1"/>
        </dgm:presLayoutVars>
      </dgm:prSet>
      <dgm:spPr/>
    </dgm:pt>
    <dgm:pt modelId="{DB794023-04B2-524C-8E31-763ED006793B}" type="pres">
      <dgm:prSet presAssocID="{EBDE91D8-F3DA-4BFF-9906-88E17DE59CC1}" presName="sibTrans" presStyleCnt="0"/>
      <dgm:spPr/>
    </dgm:pt>
    <dgm:pt modelId="{370E5DE7-867E-A64D-9320-8FFAF919F205}" type="pres">
      <dgm:prSet presAssocID="{BAD8377F-B906-4D06-A15E-98AABB433FD8}" presName="node" presStyleLbl="node1" presStyleIdx="5" presStyleCnt="7">
        <dgm:presLayoutVars>
          <dgm:bulletEnabled val="1"/>
        </dgm:presLayoutVars>
      </dgm:prSet>
      <dgm:spPr/>
    </dgm:pt>
    <dgm:pt modelId="{C0C66210-FFBF-064F-9DF6-A113AAC7D4D0}" type="pres">
      <dgm:prSet presAssocID="{D0CCB8AF-530F-45E4-85BA-3ED94BBF10DA}" presName="sibTrans" presStyleCnt="0"/>
      <dgm:spPr/>
    </dgm:pt>
    <dgm:pt modelId="{5A4B14FE-DCA5-7C4A-8ED6-CDF5627FFE6A}" type="pres">
      <dgm:prSet presAssocID="{53A8798C-1DDE-40E8-9618-E06F2B412EC9}" presName="node" presStyleLbl="node1" presStyleIdx="6" presStyleCnt="7">
        <dgm:presLayoutVars>
          <dgm:bulletEnabled val="1"/>
        </dgm:presLayoutVars>
      </dgm:prSet>
      <dgm:spPr/>
    </dgm:pt>
  </dgm:ptLst>
  <dgm:cxnLst>
    <dgm:cxn modelId="{47635800-9D36-4213-AC65-603773E27EFB}" srcId="{6D7CAA07-2512-406F-9FD5-4B6BFA44D0FC}" destId="{FDB91404-B4C0-4751-97CB-2F0855A9FDEC}" srcOrd="4" destOrd="0" parTransId="{E9E4501D-53AD-43C5-BB29-74A5AC0368F8}" sibTransId="{EBDE91D8-F3DA-4BFF-9906-88E17DE59CC1}"/>
    <dgm:cxn modelId="{1AAA5C01-41E3-4DD0-B0AC-181DE042C62B}" srcId="{6D7CAA07-2512-406F-9FD5-4B6BFA44D0FC}" destId="{4AC4CD4B-3217-4B43-A4EA-CEB26E94E3A5}" srcOrd="1" destOrd="0" parTransId="{57067B07-A02D-4E56-B06F-181D340E25A3}" sibTransId="{103678FB-471D-4BBC-99AC-09F963C04E84}"/>
    <dgm:cxn modelId="{C6321F17-EE18-45B9-97BF-5210B40A5A3E}" srcId="{6D7CAA07-2512-406F-9FD5-4B6BFA44D0FC}" destId="{53A8798C-1DDE-40E8-9618-E06F2B412EC9}" srcOrd="6" destOrd="0" parTransId="{CA9CB881-B85A-4527-B460-C7D40EB6CE49}" sibTransId="{9B53725F-0B40-4CD1-81E3-1A482DBDA8CD}"/>
    <dgm:cxn modelId="{6B372C26-5A9C-2841-905D-D8F19BF36A0C}" type="presOf" srcId="{BAD8377F-B906-4D06-A15E-98AABB433FD8}" destId="{370E5DE7-867E-A64D-9320-8FFAF919F205}" srcOrd="0" destOrd="0" presId="urn:microsoft.com/office/officeart/2005/8/layout/default"/>
    <dgm:cxn modelId="{FD3DC227-70D7-DD4B-9957-A2912B231778}" type="presOf" srcId="{4AC4CD4B-3217-4B43-A4EA-CEB26E94E3A5}" destId="{20B1C41B-3880-5444-BC92-2AC02F300F93}" srcOrd="0" destOrd="0" presId="urn:microsoft.com/office/officeart/2005/8/layout/default"/>
    <dgm:cxn modelId="{8A8DDA34-C87D-1F4A-9A51-F34765E72978}" type="presOf" srcId="{1672781D-D452-4C2E-80A4-ABF62C211EE9}" destId="{C79D3090-FE5F-8941-92FB-AE9009D3342C}" srcOrd="0" destOrd="0" presId="urn:microsoft.com/office/officeart/2005/8/layout/default"/>
    <dgm:cxn modelId="{BB3CE876-30C9-1340-95AE-BAF2E09AE222}" type="presOf" srcId="{2D57E82E-3CB2-4CDE-BE17-990A6A0A3936}" destId="{BC7923B0-56FE-CA45-AE70-7A2E3A801296}" srcOrd="0" destOrd="0" presId="urn:microsoft.com/office/officeart/2005/8/layout/default"/>
    <dgm:cxn modelId="{B563B988-7878-654C-9B79-E10ACEC5BCD9}" type="presOf" srcId="{6D7CAA07-2512-406F-9FD5-4B6BFA44D0FC}" destId="{184AC762-587E-F442-85B3-3CA2E28B8D63}" srcOrd="0" destOrd="0" presId="urn:microsoft.com/office/officeart/2005/8/layout/default"/>
    <dgm:cxn modelId="{124E15A6-2E9B-4689-AE36-6301EF74EE29}" srcId="{6D7CAA07-2512-406F-9FD5-4B6BFA44D0FC}" destId="{2D57E82E-3CB2-4CDE-BE17-990A6A0A3936}" srcOrd="2" destOrd="0" parTransId="{193F837E-417C-4B9E-A6BB-4FB3251BAE28}" sibTransId="{43B75EEE-053C-4D41-B16B-8CB8A4825255}"/>
    <dgm:cxn modelId="{923957A6-E2D9-694C-A015-31A59B711655}" type="presOf" srcId="{53A8798C-1DDE-40E8-9618-E06F2B412EC9}" destId="{5A4B14FE-DCA5-7C4A-8ED6-CDF5627FFE6A}" srcOrd="0" destOrd="0" presId="urn:microsoft.com/office/officeart/2005/8/layout/default"/>
    <dgm:cxn modelId="{8E4095B0-22DD-9C46-906D-70FF097968EE}" type="presOf" srcId="{FDB91404-B4C0-4751-97CB-2F0855A9FDEC}" destId="{2AA6B76C-5854-CD49-A364-060AF6464190}" srcOrd="0" destOrd="0" presId="urn:microsoft.com/office/officeart/2005/8/layout/default"/>
    <dgm:cxn modelId="{40FF80B1-ABAB-4A91-8BA5-8BE62E83C136}" srcId="{6D7CAA07-2512-406F-9FD5-4B6BFA44D0FC}" destId="{1672781D-D452-4C2E-80A4-ABF62C211EE9}" srcOrd="0" destOrd="0" parTransId="{AF48A665-E924-49BC-A8EE-F307938D4A98}" sibTransId="{4F6A3004-1EE1-41FD-A86C-2D8E8308EB13}"/>
    <dgm:cxn modelId="{0317BFC6-C75D-4CB7-AEB5-110E8340CD28}" srcId="{6D7CAA07-2512-406F-9FD5-4B6BFA44D0FC}" destId="{BAD8377F-B906-4D06-A15E-98AABB433FD8}" srcOrd="5" destOrd="0" parTransId="{4894A460-9052-4956-8765-96020AA32A09}" sibTransId="{D0CCB8AF-530F-45E4-85BA-3ED94BBF10DA}"/>
    <dgm:cxn modelId="{F8FADEC6-0BB2-4467-93CC-EA0A364DC616}" srcId="{6D7CAA07-2512-406F-9FD5-4B6BFA44D0FC}" destId="{151A4852-7387-4975-B2CD-A1CC56F8E25D}" srcOrd="3" destOrd="0" parTransId="{09458006-9D00-4ADF-89F3-23C71F5136AD}" sibTransId="{67CE990C-3DD2-4194-B339-E0D060986493}"/>
    <dgm:cxn modelId="{0B6059F4-18C3-1944-BB25-B9D96F6D3105}" type="presOf" srcId="{151A4852-7387-4975-B2CD-A1CC56F8E25D}" destId="{AC198363-042A-4647-B9F8-4F837B12ACE6}" srcOrd="0" destOrd="0" presId="urn:microsoft.com/office/officeart/2005/8/layout/default"/>
    <dgm:cxn modelId="{CAF62A77-C747-224E-B973-6010CC7FB25E}" type="presParOf" srcId="{184AC762-587E-F442-85B3-3CA2E28B8D63}" destId="{C79D3090-FE5F-8941-92FB-AE9009D3342C}" srcOrd="0" destOrd="0" presId="urn:microsoft.com/office/officeart/2005/8/layout/default"/>
    <dgm:cxn modelId="{61B13BBF-356D-894C-A352-EE5F4DCD6EDB}" type="presParOf" srcId="{184AC762-587E-F442-85B3-3CA2E28B8D63}" destId="{E0E6776E-E125-8841-98DD-9E52107E240F}" srcOrd="1" destOrd="0" presId="urn:microsoft.com/office/officeart/2005/8/layout/default"/>
    <dgm:cxn modelId="{D6738B1A-CC4D-6846-B97E-9F4189665EC8}" type="presParOf" srcId="{184AC762-587E-F442-85B3-3CA2E28B8D63}" destId="{20B1C41B-3880-5444-BC92-2AC02F300F93}" srcOrd="2" destOrd="0" presId="urn:microsoft.com/office/officeart/2005/8/layout/default"/>
    <dgm:cxn modelId="{38751E2B-C074-884F-B4E0-B780032BDBCC}" type="presParOf" srcId="{184AC762-587E-F442-85B3-3CA2E28B8D63}" destId="{25817D72-C81D-0E4D-9D0F-5852ED10822D}" srcOrd="3" destOrd="0" presId="urn:microsoft.com/office/officeart/2005/8/layout/default"/>
    <dgm:cxn modelId="{93CAA730-42DA-DF41-A68B-9CAE819BEA09}" type="presParOf" srcId="{184AC762-587E-F442-85B3-3CA2E28B8D63}" destId="{BC7923B0-56FE-CA45-AE70-7A2E3A801296}" srcOrd="4" destOrd="0" presId="urn:microsoft.com/office/officeart/2005/8/layout/default"/>
    <dgm:cxn modelId="{DA241717-7AC4-1C40-86B0-340BE5A05E73}" type="presParOf" srcId="{184AC762-587E-F442-85B3-3CA2E28B8D63}" destId="{1F6F5A2E-4944-A64B-B498-796B88F24089}" srcOrd="5" destOrd="0" presId="urn:microsoft.com/office/officeart/2005/8/layout/default"/>
    <dgm:cxn modelId="{F3BA1147-0030-874E-9DA4-22934EBA2322}" type="presParOf" srcId="{184AC762-587E-F442-85B3-3CA2E28B8D63}" destId="{AC198363-042A-4647-B9F8-4F837B12ACE6}" srcOrd="6" destOrd="0" presId="urn:microsoft.com/office/officeart/2005/8/layout/default"/>
    <dgm:cxn modelId="{280C423B-2D7F-CD44-8CDA-A67E8C630305}" type="presParOf" srcId="{184AC762-587E-F442-85B3-3CA2E28B8D63}" destId="{402F036C-2F12-2C4B-B8B7-91BA97ECB55B}" srcOrd="7" destOrd="0" presId="urn:microsoft.com/office/officeart/2005/8/layout/default"/>
    <dgm:cxn modelId="{5DE09464-478B-D94D-A223-941EAB7FAA64}" type="presParOf" srcId="{184AC762-587E-F442-85B3-3CA2E28B8D63}" destId="{2AA6B76C-5854-CD49-A364-060AF6464190}" srcOrd="8" destOrd="0" presId="urn:microsoft.com/office/officeart/2005/8/layout/default"/>
    <dgm:cxn modelId="{0134F8C4-1FA2-7249-AC3F-C1487A89EBD3}" type="presParOf" srcId="{184AC762-587E-F442-85B3-3CA2E28B8D63}" destId="{DB794023-04B2-524C-8E31-763ED006793B}" srcOrd="9" destOrd="0" presId="urn:microsoft.com/office/officeart/2005/8/layout/default"/>
    <dgm:cxn modelId="{FA845457-E1A4-2541-BA6F-000420CEB7FE}" type="presParOf" srcId="{184AC762-587E-F442-85B3-3CA2E28B8D63}" destId="{370E5DE7-867E-A64D-9320-8FFAF919F205}" srcOrd="10" destOrd="0" presId="urn:microsoft.com/office/officeart/2005/8/layout/default"/>
    <dgm:cxn modelId="{A58A29CA-3284-2F4D-BF5A-628D3E4161CF}" type="presParOf" srcId="{184AC762-587E-F442-85B3-3CA2E28B8D63}" destId="{C0C66210-FFBF-064F-9DF6-A113AAC7D4D0}" srcOrd="11" destOrd="0" presId="urn:microsoft.com/office/officeart/2005/8/layout/default"/>
    <dgm:cxn modelId="{05034FCE-3EC9-3D45-A3DE-A6F2B576282F}" type="presParOf" srcId="{184AC762-587E-F442-85B3-3CA2E28B8D63}" destId="{5A4B14FE-DCA5-7C4A-8ED6-CDF5627FFE6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9E7C11-4CE3-408D-8019-2B54ABC27BB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9161A82-0A5A-4530-9120-A163D8B94760}">
      <dgm:prSet/>
      <dgm:spPr/>
      <dgm:t>
        <a:bodyPr/>
        <a:lstStyle/>
        <a:p>
          <a:r>
            <a:rPr lang="en-US"/>
            <a:t>Increase investment in high-performing channels.</a:t>
          </a:r>
        </a:p>
      </dgm:t>
    </dgm:pt>
    <dgm:pt modelId="{57D7B5C2-5FA0-4545-8F60-B31747DE8948}" type="parTrans" cxnId="{8E1A1105-574A-4A0D-9989-ABCFCEB8CCB6}">
      <dgm:prSet/>
      <dgm:spPr/>
      <dgm:t>
        <a:bodyPr/>
        <a:lstStyle/>
        <a:p>
          <a:endParaRPr lang="en-US"/>
        </a:p>
      </dgm:t>
    </dgm:pt>
    <dgm:pt modelId="{CF3A5A9C-26BE-4AC5-878E-829270E2E8B2}" type="sibTrans" cxnId="{8E1A1105-574A-4A0D-9989-ABCFCEB8CCB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CEC5094-64BE-42DF-A1CB-4110D213F1BF}">
      <dgm:prSet/>
      <dgm:spPr/>
      <dgm:t>
        <a:bodyPr/>
        <a:lstStyle/>
        <a:p>
          <a:r>
            <a:rPr lang="en-US"/>
            <a:t>Improve checkout conversion flow.</a:t>
          </a:r>
        </a:p>
      </dgm:t>
    </dgm:pt>
    <dgm:pt modelId="{4BE21DE9-4C21-4422-B064-DB5E9228E6E1}" type="parTrans" cxnId="{2CCB747E-AFFB-4F12-B98F-1EAFD123F38B}">
      <dgm:prSet/>
      <dgm:spPr/>
      <dgm:t>
        <a:bodyPr/>
        <a:lstStyle/>
        <a:p>
          <a:endParaRPr lang="en-US"/>
        </a:p>
      </dgm:t>
    </dgm:pt>
    <dgm:pt modelId="{5D4175B3-8543-4976-9632-937508E37BF6}" type="sibTrans" cxnId="{2CCB747E-AFFB-4F12-B98F-1EAFD123F38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9B99E8F-5128-41BA-BE6D-D9C38D19C504}">
      <dgm:prSet/>
      <dgm:spPr/>
      <dgm:t>
        <a:bodyPr/>
        <a:lstStyle/>
        <a:p>
          <a:r>
            <a:rPr lang="en-US"/>
            <a:t>Expand SEO content strategy.</a:t>
          </a:r>
        </a:p>
      </dgm:t>
    </dgm:pt>
    <dgm:pt modelId="{00E3F9F8-A785-4809-B6DC-E3F61DC64E4E}" type="parTrans" cxnId="{C7B01C3F-BB96-4BD5-9C3D-B3773FB2EBFD}">
      <dgm:prSet/>
      <dgm:spPr/>
      <dgm:t>
        <a:bodyPr/>
        <a:lstStyle/>
        <a:p>
          <a:endParaRPr lang="en-US"/>
        </a:p>
      </dgm:t>
    </dgm:pt>
    <dgm:pt modelId="{CF74D846-7E40-42D1-974D-7780A40A01E6}" type="sibTrans" cxnId="{C7B01C3F-BB96-4BD5-9C3D-B3773FB2EBF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4483CDD-EC14-40B3-A7E9-D4250141ABDB}">
      <dgm:prSet/>
      <dgm:spPr/>
      <dgm:t>
        <a:bodyPr/>
        <a:lstStyle/>
        <a:p>
          <a:r>
            <a:rPr lang="en-US"/>
            <a:t>Optimize SEM campaign budget allocation.</a:t>
          </a:r>
        </a:p>
      </dgm:t>
    </dgm:pt>
    <dgm:pt modelId="{EB7E76DF-BABD-47CB-AA81-C85AADC61F5F}" type="parTrans" cxnId="{25775BAE-9746-4B23-9969-4CE877AA10EE}">
      <dgm:prSet/>
      <dgm:spPr/>
      <dgm:t>
        <a:bodyPr/>
        <a:lstStyle/>
        <a:p>
          <a:endParaRPr lang="en-US"/>
        </a:p>
      </dgm:t>
    </dgm:pt>
    <dgm:pt modelId="{51047FD6-31F9-4B5B-9FEA-C3028D4DFDF8}" type="sibTrans" cxnId="{25775BAE-9746-4B23-9969-4CE877AA10E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1BB4C70-728C-3C4F-8756-86AC6532929B}" type="pres">
      <dgm:prSet presAssocID="{C99E7C11-4CE3-408D-8019-2B54ABC27BBF}" presName="Name0" presStyleCnt="0">
        <dgm:presLayoutVars>
          <dgm:animLvl val="lvl"/>
          <dgm:resizeHandles val="exact"/>
        </dgm:presLayoutVars>
      </dgm:prSet>
      <dgm:spPr/>
    </dgm:pt>
    <dgm:pt modelId="{166E1B63-76B0-5448-8A73-D5854F4B485A}" type="pres">
      <dgm:prSet presAssocID="{99161A82-0A5A-4530-9120-A163D8B94760}" presName="compositeNode" presStyleCnt="0">
        <dgm:presLayoutVars>
          <dgm:bulletEnabled val="1"/>
        </dgm:presLayoutVars>
      </dgm:prSet>
      <dgm:spPr/>
    </dgm:pt>
    <dgm:pt modelId="{3B523F93-1FBD-C642-808E-B8B062C4F08D}" type="pres">
      <dgm:prSet presAssocID="{99161A82-0A5A-4530-9120-A163D8B94760}" presName="bgRect" presStyleLbl="bgAccFollowNode1" presStyleIdx="0" presStyleCnt="4"/>
      <dgm:spPr/>
    </dgm:pt>
    <dgm:pt modelId="{03DAF51E-AFDF-A846-9CCB-8024C3AF3321}" type="pres">
      <dgm:prSet presAssocID="{CF3A5A9C-26BE-4AC5-878E-829270E2E8B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890F5865-6B52-7942-A5C4-316DAF7440A7}" type="pres">
      <dgm:prSet presAssocID="{99161A82-0A5A-4530-9120-A163D8B94760}" presName="bottomLine" presStyleLbl="alignNode1" presStyleIdx="1" presStyleCnt="8">
        <dgm:presLayoutVars/>
      </dgm:prSet>
      <dgm:spPr/>
    </dgm:pt>
    <dgm:pt modelId="{99BE3F6E-EA8B-5945-A597-10E4428E4AD9}" type="pres">
      <dgm:prSet presAssocID="{99161A82-0A5A-4530-9120-A163D8B94760}" presName="nodeText" presStyleLbl="bgAccFollowNode1" presStyleIdx="0" presStyleCnt="4">
        <dgm:presLayoutVars>
          <dgm:bulletEnabled val="1"/>
        </dgm:presLayoutVars>
      </dgm:prSet>
      <dgm:spPr/>
    </dgm:pt>
    <dgm:pt modelId="{E95610D0-5373-1946-AF31-043BC76A719E}" type="pres">
      <dgm:prSet presAssocID="{CF3A5A9C-26BE-4AC5-878E-829270E2E8B2}" presName="sibTrans" presStyleCnt="0"/>
      <dgm:spPr/>
    </dgm:pt>
    <dgm:pt modelId="{1D40E53F-BA85-CF4B-954F-06BE1B2A7AFD}" type="pres">
      <dgm:prSet presAssocID="{8CEC5094-64BE-42DF-A1CB-4110D213F1BF}" presName="compositeNode" presStyleCnt="0">
        <dgm:presLayoutVars>
          <dgm:bulletEnabled val="1"/>
        </dgm:presLayoutVars>
      </dgm:prSet>
      <dgm:spPr/>
    </dgm:pt>
    <dgm:pt modelId="{7102B302-C408-F94E-A5C9-C707B9BAEDBF}" type="pres">
      <dgm:prSet presAssocID="{8CEC5094-64BE-42DF-A1CB-4110D213F1BF}" presName="bgRect" presStyleLbl="bgAccFollowNode1" presStyleIdx="1" presStyleCnt="4"/>
      <dgm:spPr/>
    </dgm:pt>
    <dgm:pt modelId="{EB0B608A-F516-E841-9DDD-4B1D1A78DDDF}" type="pres">
      <dgm:prSet presAssocID="{5D4175B3-8543-4976-9632-937508E37BF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02542BA-0983-3841-A7DB-BD92EB00245B}" type="pres">
      <dgm:prSet presAssocID="{8CEC5094-64BE-42DF-A1CB-4110D213F1BF}" presName="bottomLine" presStyleLbl="alignNode1" presStyleIdx="3" presStyleCnt="8">
        <dgm:presLayoutVars/>
      </dgm:prSet>
      <dgm:spPr/>
    </dgm:pt>
    <dgm:pt modelId="{BD24A145-6517-4845-8B0C-DE47AFA5F01B}" type="pres">
      <dgm:prSet presAssocID="{8CEC5094-64BE-42DF-A1CB-4110D213F1BF}" presName="nodeText" presStyleLbl="bgAccFollowNode1" presStyleIdx="1" presStyleCnt="4">
        <dgm:presLayoutVars>
          <dgm:bulletEnabled val="1"/>
        </dgm:presLayoutVars>
      </dgm:prSet>
      <dgm:spPr/>
    </dgm:pt>
    <dgm:pt modelId="{4A2FE144-6B96-A441-8277-57250E9BA3B8}" type="pres">
      <dgm:prSet presAssocID="{5D4175B3-8543-4976-9632-937508E37BF6}" presName="sibTrans" presStyleCnt="0"/>
      <dgm:spPr/>
    </dgm:pt>
    <dgm:pt modelId="{5434BFC3-36C0-DA42-90F3-C804827BB6A1}" type="pres">
      <dgm:prSet presAssocID="{79B99E8F-5128-41BA-BE6D-D9C38D19C504}" presName="compositeNode" presStyleCnt="0">
        <dgm:presLayoutVars>
          <dgm:bulletEnabled val="1"/>
        </dgm:presLayoutVars>
      </dgm:prSet>
      <dgm:spPr/>
    </dgm:pt>
    <dgm:pt modelId="{EC888DCA-E46C-754A-A2F2-ACAFFA834AD6}" type="pres">
      <dgm:prSet presAssocID="{79B99E8F-5128-41BA-BE6D-D9C38D19C504}" presName="bgRect" presStyleLbl="bgAccFollowNode1" presStyleIdx="2" presStyleCnt="4"/>
      <dgm:spPr/>
    </dgm:pt>
    <dgm:pt modelId="{C052EAE0-6805-7B4A-BE5C-9F51F9CC240D}" type="pres">
      <dgm:prSet presAssocID="{CF74D846-7E40-42D1-974D-7780A40A01E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F9180D1-C198-144F-93E4-F5C2DA435497}" type="pres">
      <dgm:prSet presAssocID="{79B99E8F-5128-41BA-BE6D-D9C38D19C504}" presName="bottomLine" presStyleLbl="alignNode1" presStyleIdx="5" presStyleCnt="8">
        <dgm:presLayoutVars/>
      </dgm:prSet>
      <dgm:spPr/>
    </dgm:pt>
    <dgm:pt modelId="{A07FB8CB-66F3-E94A-A87B-4FB0097EC850}" type="pres">
      <dgm:prSet presAssocID="{79B99E8F-5128-41BA-BE6D-D9C38D19C504}" presName="nodeText" presStyleLbl="bgAccFollowNode1" presStyleIdx="2" presStyleCnt="4">
        <dgm:presLayoutVars>
          <dgm:bulletEnabled val="1"/>
        </dgm:presLayoutVars>
      </dgm:prSet>
      <dgm:spPr/>
    </dgm:pt>
    <dgm:pt modelId="{F42B2F87-CC25-594C-A09D-0E825E0A0E25}" type="pres">
      <dgm:prSet presAssocID="{CF74D846-7E40-42D1-974D-7780A40A01E6}" presName="sibTrans" presStyleCnt="0"/>
      <dgm:spPr/>
    </dgm:pt>
    <dgm:pt modelId="{E77EDA66-5374-9F4D-87ED-328D1B2C59EB}" type="pres">
      <dgm:prSet presAssocID="{54483CDD-EC14-40B3-A7E9-D4250141ABDB}" presName="compositeNode" presStyleCnt="0">
        <dgm:presLayoutVars>
          <dgm:bulletEnabled val="1"/>
        </dgm:presLayoutVars>
      </dgm:prSet>
      <dgm:spPr/>
    </dgm:pt>
    <dgm:pt modelId="{17074814-8632-0943-AB19-0B02E281CB3D}" type="pres">
      <dgm:prSet presAssocID="{54483CDD-EC14-40B3-A7E9-D4250141ABDB}" presName="bgRect" presStyleLbl="bgAccFollowNode1" presStyleIdx="3" presStyleCnt="4"/>
      <dgm:spPr/>
    </dgm:pt>
    <dgm:pt modelId="{536E6A3D-945F-0345-B4C1-0317997A44E3}" type="pres">
      <dgm:prSet presAssocID="{51047FD6-31F9-4B5B-9FEA-C3028D4DFDF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9B677E6A-4355-B944-93BA-24226C3C782F}" type="pres">
      <dgm:prSet presAssocID="{54483CDD-EC14-40B3-A7E9-D4250141ABDB}" presName="bottomLine" presStyleLbl="alignNode1" presStyleIdx="7" presStyleCnt="8">
        <dgm:presLayoutVars/>
      </dgm:prSet>
      <dgm:spPr/>
    </dgm:pt>
    <dgm:pt modelId="{DCD31BC1-1456-B346-A726-DE6969C8E34F}" type="pres">
      <dgm:prSet presAssocID="{54483CDD-EC14-40B3-A7E9-D4250141ABD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BD0A7D02-D6C9-5549-B98E-3E714E28FA42}" type="presOf" srcId="{51047FD6-31F9-4B5B-9FEA-C3028D4DFDF8}" destId="{536E6A3D-945F-0345-B4C1-0317997A44E3}" srcOrd="0" destOrd="0" presId="urn:microsoft.com/office/officeart/2016/7/layout/BasicLinearProcessNumbered"/>
    <dgm:cxn modelId="{8E1A1105-574A-4A0D-9989-ABCFCEB8CCB6}" srcId="{C99E7C11-4CE3-408D-8019-2B54ABC27BBF}" destId="{99161A82-0A5A-4530-9120-A163D8B94760}" srcOrd="0" destOrd="0" parTransId="{57D7B5C2-5FA0-4545-8F60-B31747DE8948}" sibTransId="{CF3A5A9C-26BE-4AC5-878E-829270E2E8B2}"/>
    <dgm:cxn modelId="{DF88360F-4EC2-3D40-AE12-1505F8849CA6}" type="presOf" srcId="{99161A82-0A5A-4530-9120-A163D8B94760}" destId="{3B523F93-1FBD-C642-808E-B8B062C4F08D}" srcOrd="0" destOrd="0" presId="urn:microsoft.com/office/officeart/2016/7/layout/BasicLinearProcessNumbered"/>
    <dgm:cxn modelId="{44A7C611-6146-1448-AFBE-62C28F60E6F4}" type="presOf" srcId="{CF3A5A9C-26BE-4AC5-878E-829270E2E8B2}" destId="{03DAF51E-AFDF-A846-9CCB-8024C3AF3321}" srcOrd="0" destOrd="0" presId="urn:microsoft.com/office/officeart/2016/7/layout/BasicLinearProcessNumbered"/>
    <dgm:cxn modelId="{FFC41D24-8015-844F-8D1F-4B1101EB7EA2}" type="presOf" srcId="{C99E7C11-4CE3-408D-8019-2B54ABC27BBF}" destId="{D1BB4C70-728C-3C4F-8756-86AC6532929B}" srcOrd="0" destOrd="0" presId="urn:microsoft.com/office/officeart/2016/7/layout/BasicLinearProcessNumbered"/>
    <dgm:cxn modelId="{06916928-AB02-3B4E-BB5E-7EE3B71B107D}" type="presOf" srcId="{5D4175B3-8543-4976-9632-937508E37BF6}" destId="{EB0B608A-F516-E841-9DDD-4B1D1A78DDDF}" srcOrd="0" destOrd="0" presId="urn:microsoft.com/office/officeart/2016/7/layout/BasicLinearProcessNumbered"/>
    <dgm:cxn modelId="{C7B01C3F-BB96-4BD5-9C3D-B3773FB2EBFD}" srcId="{C99E7C11-4CE3-408D-8019-2B54ABC27BBF}" destId="{79B99E8F-5128-41BA-BE6D-D9C38D19C504}" srcOrd="2" destOrd="0" parTransId="{00E3F9F8-A785-4809-B6DC-E3F61DC64E4E}" sibTransId="{CF74D846-7E40-42D1-974D-7780A40A01E6}"/>
    <dgm:cxn modelId="{22602362-38E0-9E42-B5EE-3576153B15C5}" type="presOf" srcId="{54483CDD-EC14-40B3-A7E9-D4250141ABDB}" destId="{17074814-8632-0943-AB19-0B02E281CB3D}" srcOrd="0" destOrd="0" presId="urn:microsoft.com/office/officeart/2016/7/layout/BasicLinearProcessNumbered"/>
    <dgm:cxn modelId="{CFC08462-FA22-2D40-9E23-3A1A77F2E8E1}" type="presOf" srcId="{79B99E8F-5128-41BA-BE6D-D9C38D19C504}" destId="{A07FB8CB-66F3-E94A-A87B-4FB0097EC850}" srcOrd="1" destOrd="0" presId="urn:microsoft.com/office/officeart/2016/7/layout/BasicLinearProcessNumbered"/>
    <dgm:cxn modelId="{F6E04473-53BD-944D-8940-5CAC5140D95A}" type="presOf" srcId="{8CEC5094-64BE-42DF-A1CB-4110D213F1BF}" destId="{7102B302-C408-F94E-A5C9-C707B9BAEDBF}" srcOrd="0" destOrd="0" presId="urn:microsoft.com/office/officeart/2016/7/layout/BasicLinearProcessNumbered"/>
    <dgm:cxn modelId="{2CCB747E-AFFB-4F12-B98F-1EAFD123F38B}" srcId="{C99E7C11-4CE3-408D-8019-2B54ABC27BBF}" destId="{8CEC5094-64BE-42DF-A1CB-4110D213F1BF}" srcOrd="1" destOrd="0" parTransId="{4BE21DE9-4C21-4422-B064-DB5E9228E6E1}" sibTransId="{5D4175B3-8543-4976-9632-937508E37BF6}"/>
    <dgm:cxn modelId="{0C21B183-EDEF-1445-B685-B28AAEB5AAAC}" type="presOf" srcId="{CF74D846-7E40-42D1-974D-7780A40A01E6}" destId="{C052EAE0-6805-7B4A-BE5C-9F51F9CC240D}" srcOrd="0" destOrd="0" presId="urn:microsoft.com/office/officeart/2016/7/layout/BasicLinearProcessNumbered"/>
    <dgm:cxn modelId="{25775BAE-9746-4B23-9969-4CE877AA10EE}" srcId="{C99E7C11-4CE3-408D-8019-2B54ABC27BBF}" destId="{54483CDD-EC14-40B3-A7E9-D4250141ABDB}" srcOrd="3" destOrd="0" parTransId="{EB7E76DF-BABD-47CB-AA81-C85AADC61F5F}" sibTransId="{51047FD6-31F9-4B5B-9FEA-C3028D4DFDF8}"/>
    <dgm:cxn modelId="{AD4D9FC6-0AA5-104A-A920-C16A6AE41725}" type="presOf" srcId="{79B99E8F-5128-41BA-BE6D-D9C38D19C504}" destId="{EC888DCA-E46C-754A-A2F2-ACAFFA834AD6}" srcOrd="0" destOrd="0" presId="urn:microsoft.com/office/officeart/2016/7/layout/BasicLinearProcessNumbered"/>
    <dgm:cxn modelId="{633E4FCC-E427-C844-8217-99051DDB71E2}" type="presOf" srcId="{54483CDD-EC14-40B3-A7E9-D4250141ABDB}" destId="{DCD31BC1-1456-B346-A726-DE6969C8E34F}" srcOrd="1" destOrd="0" presId="urn:microsoft.com/office/officeart/2016/7/layout/BasicLinearProcessNumbered"/>
    <dgm:cxn modelId="{635ED5D3-392E-D141-BA8B-D09B32370BD4}" type="presOf" srcId="{8CEC5094-64BE-42DF-A1CB-4110D213F1BF}" destId="{BD24A145-6517-4845-8B0C-DE47AFA5F01B}" srcOrd="1" destOrd="0" presId="urn:microsoft.com/office/officeart/2016/7/layout/BasicLinearProcessNumbered"/>
    <dgm:cxn modelId="{B63200FE-0CD1-914C-8563-F8477FD78921}" type="presOf" srcId="{99161A82-0A5A-4530-9120-A163D8B94760}" destId="{99BE3F6E-EA8B-5945-A597-10E4428E4AD9}" srcOrd="1" destOrd="0" presId="urn:microsoft.com/office/officeart/2016/7/layout/BasicLinearProcessNumbered"/>
    <dgm:cxn modelId="{383311F2-665C-B84B-82BA-7BC935766962}" type="presParOf" srcId="{D1BB4C70-728C-3C4F-8756-86AC6532929B}" destId="{166E1B63-76B0-5448-8A73-D5854F4B485A}" srcOrd="0" destOrd="0" presId="urn:microsoft.com/office/officeart/2016/7/layout/BasicLinearProcessNumbered"/>
    <dgm:cxn modelId="{8234361A-66F9-F44C-81C1-E9EB506EE837}" type="presParOf" srcId="{166E1B63-76B0-5448-8A73-D5854F4B485A}" destId="{3B523F93-1FBD-C642-808E-B8B062C4F08D}" srcOrd="0" destOrd="0" presId="urn:microsoft.com/office/officeart/2016/7/layout/BasicLinearProcessNumbered"/>
    <dgm:cxn modelId="{F0305FFF-165D-2346-8965-EC71E4316989}" type="presParOf" srcId="{166E1B63-76B0-5448-8A73-D5854F4B485A}" destId="{03DAF51E-AFDF-A846-9CCB-8024C3AF3321}" srcOrd="1" destOrd="0" presId="urn:microsoft.com/office/officeart/2016/7/layout/BasicLinearProcessNumbered"/>
    <dgm:cxn modelId="{916594C7-291B-C641-BF91-09DAED4EFA77}" type="presParOf" srcId="{166E1B63-76B0-5448-8A73-D5854F4B485A}" destId="{890F5865-6B52-7942-A5C4-316DAF7440A7}" srcOrd="2" destOrd="0" presId="urn:microsoft.com/office/officeart/2016/7/layout/BasicLinearProcessNumbered"/>
    <dgm:cxn modelId="{D7E56C84-F6AB-234A-8BAE-288EC10C4D1F}" type="presParOf" srcId="{166E1B63-76B0-5448-8A73-D5854F4B485A}" destId="{99BE3F6E-EA8B-5945-A597-10E4428E4AD9}" srcOrd="3" destOrd="0" presId="urn:microsoft.com/office/officeart/2016/7/layout/BasicLinearProcessNumbered"/>
    <dgm:cxn modelId="{A109DA02-2783-F44B-ADBB-6AEB82FBFF53}" type="presParOf" srcId="{D1BB4C70-728C-3C4F-8756-86AC6532929B}" destId="{E95610D0-5373-1946-AF31-043BC76A719E}" srcOrd="1" destOrd="0" presId="urn:microsoft.com/office/officeart/2016/7/layout/BasicLinearProcessNumbered"/>
    <dgm:cxn modelId="{4167CC80-BBBC-824E-A8EC-5468B6C5BFD2}" type="presParOf" srcId="{D1BB4C70-728C-3C4F-8756-86AC6532929B}" destId="{1D40E53F-BA85-CF4B-954F-06BE1B2A7AFD}" srcOrd="2" destOrd="0" presId="urn:microsoft.com/office/officeart/2016/7/layout/BasicLinearProcessNumbered"/>
    <dgm:cxn modelId="{BC16BBBA-F1C7-EA45-803C-2CE3F62D5CBC}" type="presParOf" srcId="{1D40E53F-BA85-CF4B-954F-06BE1B2A7AFD}" destId="{7102B302-C408-F94E-A5C9-C707B9BAEDBF}" srcOrd="0" destOrd="0" presId="urn:microsoft.com/office/officeart/2016/7/layout/BasicLinearProcessNumbered"/>
    <dgm:cxn modelId="{A06392EE-AD72-9B46-99BD-E49563FDDCCB}" type="presParOf" srcId="{1D40E53F-BA85-CF4B-954F-06BE1B2A7AFD}" destId="{EB0B608A-F516-E841-9DDD-4B1D1A78DDDF}" srcOrd="1" destOrd="0" presId="urn:microsoft.com/office/officeart/2016/7/layout/BasicLinearProcessNumbered"/>
    <dgm:cxn modelId="{BB3CC4BC-648B-7142-8351-48D1BD6812DD}" type="presParOf" srcId="{1D40E53F-BA85-CF4B-954F-06BE1B2A7AFD}" destId="{402542BA-0983-3841-A7DB-BD92EB00245B}" srcOrd="2" destOrd="0" presId="urn:microsoft.com/office/officeart/2016/7/layout/BasicLinearProcessNumbered"/>
    <dgm:cxn modelId="{AF409294-8B5A-1C49-BD9B-80CF85FDAF73}" type="presParOf" srcId="{1D40E53F-BA85-CF4B-954F-06BE1B2A7AFD}" destId="{BD24A145-6517-4845-8B0C-DE47AFA5F01B}" srcOrd="3" destOrd="0" presId="urn:microsoft.com/office/officeart/2016/7/layout/BasicLinearProcessNumbered"/>
    <dgm:cxn modelId="{484E2337-3934-A544-8B11-2CA9A6243868}" type="presParOf" srcId="{D1BB4C70-728C-3C4F-8756-86AC6532929B}" destId="{4A2FE144-6B96-A441-8277-57250E9BA3B8}" srcOrd="3" destOrd="0" presId="urn:microsoft.com/office/officeart/2016/7/layout/BasicLinearProcessNumbered"/>
    <dgm:cxn modelId="{0C54DA1D-F427-DF45-A938-E8448B8C09AC}" type="presParOf" srcId="{D1BB4C70-728C-3C4F-8756-86AC6532929B}" destId="{5434BFC3-36C0-DA42-90F3-C804827BB6A1}" srcOrd="4" destOrd="0" presId="urn:microsoft.com/office/officeart/2016/7/layout/BasicLinearProcessNumbered"/>
    <dgm:cxn modelId="{108C9665-E904-A94F-80C7-3C6F5BE943D7}" type="presParOf" srcId="{5434BFC3-36C0-DA42-90F3-C804827BB6A1}" destId="{EC888DCA-E46C-754A-A2F2-ACAFFA834AD6}" srcOrd="0" destOrd="0" presId="urn:microsoft.com/office/officeart/2016/7/layout/BasicLinearProcessNumbered"/>
    <dgm:cxn modelId="{DC233E25-B0CD-6144-84D7-DA08EA3B0A18}" type="presParOf" srcId="{5434BFC3-36C0-DA42-90F3-C804827BB6A1}" destId="{C052EAE0-6805-7B4A-BE5C-9F51F9CC240D}" srcOrd="1" destOrd="0" presId="urn:microsoft.com/office/officeart/2016/7/layout/BasicLinearProcessNumbered"/>
    <dgm:cxn modelId="{4292757F-9292-CF4E-B46B-80E4FDBFADA4}" type="presParOf" srcId="{5434BFC3-36C0-DA42-90F3-C804827BB6A1}" destId="{8F9180D1-C198-144F-93E4-F5C2DA435497}" srcOrd="2" destOrd="0" presId="urn:microsoft.com/office/officeart/2016/7/layout/BasicLinearProcessNumbered"/>
    <dgm:cxn modelId="{2CBF3649-BD6C-DE4F-AA49-6FEB824E0AF2}" type="presParOf" srcId="{5434BFC3-36C0-DA42-90F3-C804827BB6A1}" destId="{A07FB8CB-66F3-E94A-A87B-4FB0097EC850}" srcOrd="3" destOrd="0" presId="urn:microsoft.com/office/officeart/2016/7/layout/BasicLinearProcessNumbered"/>
    <dgm:cxn modelId="{27C9BFFA-CC9A-CD42-800C-CE08C30273FE}" type="presParOf" srcId="{D1BB4C70-728C-3C4F-8756-86AC6532929B}" destId="{F42B2F87-CC25-594C-A09D-0E825E0A0E25}" srcOrd="5" destOrd="0" presId="urn:microsoft.com/office/officeart/2016/7/layout/BasicLinearProcessNumbered"/>
    <dgm:cxn modelId="{C22BF01C-2785-DF49-9197-C7FEC9ED13FC}" type="presParOf" srcId="{D1BB4C70-728C-3C4F-8756-86AC6532929B}" destId="{E77EDA66-5374-9F4D-87ED-328D1B2C59EB}" srcOrd="6" destOrd="0" presId="urn:microsoft.com/office/officeart/2016/7/layout/BasicLinearProcessNumbered"/>
    <dgm:cxn modelId="{D9C14D4E-DF95-BE45-8ECE-4C798C7F8C17}" type="presParOf" srcId="{E77EDA66-5374-9F4D-87ED-328D1B2C59EB}" destId="{17074814-8632-0943-AB19-0B02E281CB3D}" srcOrd="0" destOrd="0" presId="urn:microsoft.com/office/officeart/2016/7/layout/BasicLinearProcessNumbered"/>
    <dgm:cxn modelId="{F9D93BD3-71C2-6F4D-82DE-693C5CE3A4E3}" type="presParOf" srcId="{E77EDA66-5374-9F4D-87ED-328D1B2C59EB}" destId="{536E6A3D-945F-0345-B4C1-0317997A44E3}" srcOrd="1" destOrd="0" presId="urn:microsoft.com/office/officeart/2016/7/layout/BasicLinearProcessNumbered"/>
    <dgm:cxn modelId="{8C878A53-752E-CF4D-A0F0-FEEFEAE2D6E9}" type="presParOf" srcId="{E77EDA66-5374-9F4D-87ED-328D1B2C59EB}" destId="{9B677E6A-4355-B944-93BA-24226C3C782F}" srcOrd="2" destOrd="0" presId="urn:microsoft.com/office/officeart/2016/7/layout/BasicLinearProcessNumbered"/>
    <dgm:cxn modelId="{886E2EA7-0E50-6242-A4C7-9C70CEA72D99}" type="presParOf" srcId="{E77EDA66-5374-9F4D-87ED-328D1B2C59EB}" destId="{DCD31BC1-1456-B346-A726-DE6969C8E34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D3090-FE5F-8941-92FB-AE9009D3342C}">
      <dsp:nvSpPr>
        <dsp:cNvPr id="0" name=""/>
        <dsp:cNvSpPr/>
      </dsp:nvSpPr>
      <dsp:spPr>
        <a:xfrm>
          <a:off x="2377" y="640886"/>
          <a:ext cx="1886173" cy="11317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Revenue</a:t>
          </a:r>
        </a:p>
      </dsp:txBody>
      <dsp:txXfrm>
        <a:off x="2377" y="640886"/>
        <a:ext cx="1886173" cy="1131703"/>
      </dsp:txXfrm>
    </dsp:sp>
    <dsp:sp modelId="{20B1C41B-3880-5444-BC92-2AC02F300F93}">
      <dsp:nvSpPr>
        <dsp:cNvPr id="0" name=""/>
        <dsp:cNvSpPr/>
      </dsp:nvSpPr>
      <dsp:spPr>
        <a:xfrm>
          <a:off x="2077168" y="640886"/>
          <a:ext cx="1886173" cy="113170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ROAS</a:t>
          </a:r>
        </a:p>
      </dsp:txBody>
      <dsp:txXfrm>
        <a:off x="2077168" y="640886"/>
        <a:ext cx="1886173" cy="1131703"/>
      </dsp:txXfrm>
    </dsp:sp>
    <dsp:sp modelId="{BC7923B0-56FE-CA45-AE70-7A2E3A801296}">
      <dsp:nvSpPr>
        <dsp:cNvPr id="0" name=""/>
        <dsp:cNvSpPr/>
      </dsp:nvSpPr>
      <dsp:spPr>
        <a:xfrm>
          <a:off x="4151958" y="640886"/>
          <a:ext cx="1886173" cy="113170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Conversion Rate</a:t>
          </a:r>
        </a:p>
      </dsp:txBody>
      <dsp:txXfrm>
        <a:off x="4151958" y="640886"/>
        <a:ext cx="1886173" cy="1131703"/>
      </dsp:txXfrm>
    </dsp:sp>
    <dsp:sp modelId="{AC198363-042A-4647-B9F8-4F837B12ACE6}">
      <dsp:nvSpPr>
        <dsp:cNvPr id="0" name=""/>
        <dsp:cNvSpPr/>
      </dsp:nvSpPr>
      <dsp:spPr>
        <a:xfrm>
          <a:off x="6226749" y="640886"/>
          <a:ext cx="1886173" cy="113170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Retention</a:t>
          </a:r>
        </a:p>
      </dsp:txBody>
      <dsp:txXfrm>
        <a:off x="6226749" y="640886"/>
        <a:ext cx="1886173" cy="1131703"/>
      </dsp:txXfrm>
    </dsp:sp>
    <dsp:sp modelId="{2AA6B76C-5854-CD49-A364-060AF6464190}">
      <dsp:nvSpPr>
        <dsp:cNvPr id="0" name=""/>
        <dsp:cNvSpPr/>
      </dsp:nvSpPr>
      <dsp:spPr>
        <a:xfrm>
          <a:off x="1039772" y="1961208"/>
          <a:ext cx="1886173" cy="113170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Orders</a:t>
          </a:r>
        </a:p>
      </dsp:txBody>
      <dsp:txXfrm>
        <a:off x="1039772" y="1961208"/>
        <a:ext cx="1886173" cy="1131703"/>
      </dsp:txXfrm>
    </dsp:sp>
    <dsp:sp modelId="{370E5DE7-867E-A64D-9320-8FFAF919F205}">
      <dsp:nvSpPr>
        <dsp:cNvPr id="0" name=""/>
        <dsp:cNvSpPr/>
      </dsp:nvSpPr>
      <dsp:spPr>
        <a:xfrm>
          <a:off x="3114563" y="1961208"/>
          <a:ext cx="1886173" cy="113170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SEO Performance</a:t>
          </a:r>
        </a:p>
      </dsp:txBody>
      <dsp:txXfrm>
        <a:off x="3114563" y="1961208"/>
        <a:ext cx="1886173" cy="1131703"/>
      </dsp:txXfrm>
    </dsp:sp>
    <dsp:sp modelId="{5A4B14FE-DCA5-7C4A-8ED6-CDF5627FFE6A}">
      <dsp:nvSpPr>
        <dsp:cNvPr id="0" name=""/>
        <dsp:cNvSpPr/>
      </dsp:nvSpPr>
      <dsp:spPr>
        <a:xfrm>
          <a:off x="5189353" y="1961208"/>
          <a:ext cx="1886173" cy="113170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SEM Spend Efficiency</a:t>
          </a:r>
        </a:p>
      </dsp:txBody>
      <dsp:txXfrm>
        <a:off x="5189353" y="1961208"/>
        <a:ext cx="1886173" cy="1131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23F93-1FBD-C642-808E-B8B062C4F08D}">
      <dsp:nvSpPr>
        <dsp:cNvPr id="0" name=""/>
        <dsp:cNvSpPr/>
      </dsp:nvSpPr>
      <dsp:spPr>
        <a:xfrm>
          <a:off x="2377" y="546578"/>
          <a:ext cx="1886173" cy="2640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Increase investment in high-performing channels.</a:t>
          </a:r>
        </a:p>
      </dsp:txBody>
      <dsp:txXfrm>
        <a:off x="2377" y="1550022"/>
        <a:ext cx="1886173" cy="1584385"/>
      </dsp:txXfrm>
    </dsp:sp>
    <dsp:sp modelId="{03DAF51E-AFDF-A846-9CCB-8024C3AF3321}">
      <dsp:nvSpPr>
        <dsp:cNvPr id="0" name=""/>
        <dsp:cNvSpPr/>
      </dsp:nvSpPr>
      <dsp:spPr>
        <a:xfrm>
          <a:off x="549367" y="810642"/>
          <a:ext cx="792192" cy="7921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65381" y="926656"/>
        <a:ext cx="560164" cy="560164"/>
      </dsp:txXfrm>
    </dsp:sp>
    <dsp:sp modelId="{890F5865-6B52-7942-A5C4-316DAF7440A7}">
      <dsp:nvSpPr>
        <dsp:cNvPr id="0" name=""/>
        <dsp:cNvSpPr/>
      </dsp:nvSpPr>
      <dsp:spPr>
        <a:xfrm>
          <a:off x="2377" y="3187148"/>
          <a:ext cx="1886173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2B302-C408-F94E-A5C9-C707B9BAEDBF}">
      <dsp:nvSpPr>
        <dsp:cNvPr id="0" name=""/>
        <dsp:cNvSpPr/>
      </dsp:nvSpPr>
      <dsp:spPr>
        <a:xfrm>
          <a:off x="2077168" y="546578"/>
          <a:ext cx="1886173" cy="264064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checkout conversion flow.</a:t>
          </a:r>
        </a:p>
      </dsp:txBody>
      <dsp:txXfrm>
        <a:off x="2077168" y="1550022"/>
        <a:ext cx="1886173" cy="1584385"/>
      </dsp:txXfrm>
    </dsp:sp>
    <dsp:sp modelId="{EB0B608A-F516-E841-9DDD-4B1D1A78DDDF}">
      <dsp:nvSpPr>
        <dsp:cNvPr id="0" name=""/>
        <dsp:cNvSpPr/>
      </dsp:nvSpPr>
      <dsp:spPr>
        <a:xfrm>
          <a:off x="2624158" y="810642"/>
          <a:ext cx="792192" cy="7921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40172" y="926656"/>
        <a:ext cx="560164" cy="560164"/>
      </dsp:txXfrm>
    </dsp:sp>
    <dsp:sp modelId="{402542BA-0983-3841-A7DB-BD92EB00245B}">
      <dsp:nvSpPr>
        <dsp:cNvPr id="0" name=""/>
        <dsp:cNvSpPr/>
      </dsp:nvSpPr>
      <dsp:spPr>
        <a:xfrm>
          <a:off x="2077168" y="3187148"/>
          <a:ext cx="1886173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88DCA-E46C-754A-A2F2-ACAFFA834AD6}">
      <dsp:nvSpPr>
        <dsp:cNvPr id="0" name=""/>
        <dsp:cNvSpPr/>
      </dsp:nvSpPr>
      <dsp:spPr>
        <a:xfrm>
          <a:off x="4151958" y="546578"/>
          <a:ext cx="1886173" cy="26406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SEO content strategy.</a:t>
          </a:r>
        </a:p>
      </dsp:txBody>
      <dsp:txXfrm>
        <a:off x="4151958" y="1550022"/>
        <a:ext cx="1886173" cy="1584385"/>
      </dsp:txXfrm>
    </dsp:sp>
    <dsp:sp modelId="{C052EAE0-6805-7B4A-BE5C-9F51F9CC240D}">
      <dsp:nvSpPr>
        <dsp:cNvPr id="0" name=""/>
        <dsp:cNvSpPr/>
      </dsp:nvSpPr>
      <dsp:spPr>
        <a:xfrm>
          <a:off x="4698948" y="810642"/>
          <a:ext cx="792192" cy="79219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14962" y="926656"/>
        <a:ext cx="560164" cy="560164"/>
      </dsp:txXfrm>
    </dsp:sp>
    <dsp:sp modelId="{8F9180D1-C198-144F-93E4-F5C2DA435497}">
      <dsp:nvSpPr>
        <dsp:cNvPr id="0" name=""/>
        <dsp:cNvSpPr/>
      </dsp:nvSpPr>
      <dsp:spPr>
        <a:xfrm>
          <a:off x="4151958" y="3187148"/>
          <a:ext cx="1886173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74814-8632-0943-AB19-0B02E281CB3D}">
      <dsp:nvSpPr>
        <dsp:cNvPr id="0" name=""/>
        <dsp:cNvSpPr/>
      </dsp:nvSpPr>
      <dsp:spPr>
        <a:xfrm>
          <a:off x="6226749" y="546578"/>
          <a:ext cx="1886173" cy="26406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Optimize SEM campaign budget allocation.</a:t>
          </a:r>
        </a:p>
      </dsp:txBody>
      <dsp:txXfrm>
        <a:off x="6226749" y="1550022"/>
        <a:ext cx="1886173" cy="1584385"/>
      </dsp:txXfrm>
    </dsp:sp>
    <dsp:sp modelId="{536E6A3D-945F-0345-B4C1-0317997A44E3}">
      <dsp:nvSpPr>
        <dsp:cNvPr id="0" name=""/>
        <dsp:cNvSpPr/>
      </dsp:nvSpPr>
      <dsp:spPr>
        <a:xfrm>
          <a:off x="6773739" y="810642"/>
          <a:ext cx="792192" cy="79219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889753" y="926656"/>
        <a:ext cx="560164" cy="560164"/>
      </dsp:txXfrm>
    </dsp:sp>
    <dsp:sp modelId="{9B677E6A-4355-B944-93BA-24226C3C782F}">
      <dsp:nvSpPr>
        <dsp:cNvPr id="0" name=""/>
        <dsp:cNvSpPr/>
      </dsp:nvSpPr>
      <dsp:spPr>
        <a:xfrm>
          <a:off x="6226749" y="3187148"/>
          <a:ext cx="1886173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pette filling tray with sample">
            <a:extLst>
              <a:ext uri="{FF2B5EF4-FFF2-40B4-BE49-F238E27FC236}">
                <a16:creationId xmlns:a16="http://schemas.microsoft.com/office/drawing/2014/main" id="{D8FA6312-FAEB-6DB7-2257-951F56E17A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</a:rPr>
              <a:t>05 AB Testing And Feature Impact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Premium Marketing Analytics Portfolio Presentation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68520A45-3EA8-6A42-6285-9B2D71D9C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96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Leadership lacked visibility into conversion performance, revenue trends, SEO/SEM effectiveness, and customer behavior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KPIs Tracked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24BFCB60-BAAA-E282-1B74-412CC2EB1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88330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80220-2E91-FFAC-31CB-B6E717DB1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76630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This project demonstrates dashboard analytics, SQL reporting, Python/R workflows, SEO/SEM analysis, and executive KPI storytelling.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720ADEBB-5E02-80FD-2554-94812CB9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05 AB Testing And Feature Impact Analysis</vt:lpstr>
      <vt:lpstr>Business Problem</vt:lpstr>
      <vt:lpstr>KPIs Tracked</vt:lpstr>
      <vt:lpstr>Business Recommendations</vt:lpstr>
      <vt:lpstr>Portfolio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2026-05-08T05:04:16Z</dcterms:modified>
  <cp:category/>
</cp:coreProperties>
</file>