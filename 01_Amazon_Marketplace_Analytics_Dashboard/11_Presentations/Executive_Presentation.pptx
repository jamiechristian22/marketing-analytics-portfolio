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01 Amazon Marketplace Analytics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Premium Marketing Analytics Portfolio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Leadership lacked visibility into conversion performance, revenue trends, SEO/SEM effectiveness, and customer behavior analytics.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KPIs Tracked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</a:t>
            </a:r>
          </a:p>
          <a:p>
            <a:r>
              <a:t>ROAS</a:t>
            </a:r>
          </a:p>
          <a:p>
            <a:r>
              <a:t>Conversion Rate</a:t>
            </a:r>
          </a:p>
          <a:p>
            <a:r>
              <a:t>Retention</a:t>
            </a:r>
          </a:p>
          <a:p>
            <a:r>
              <a:t>Orders</a:t>
            </a:r>
          </a:p>
          <a:p>
            <a:r>
              <a:t>SEO Performance</a:t>
            </a:r>
          </a:p>
          <a:p>
            <a:r>
              <a:t>SEM Spend Efficiency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Increase investment in high-performing channels.</a:t>
            </a:r>
          </a:p>
          <a:p>
            <a:r>
              <a:t>Improve checkout conversion flow.</a:t>
            </a:r>
          </a:p>
          <a:p>
            <a:r>
              <a:t>Expand SEO content strategy.</a:t>
            </a:r>
          </a:p>
          <a:p>
            <a:r>
              <a:t>Optimize SEM campaign budget allocation.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Portfolio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demonstrates dashboard analytics, SQL reporting, Python/R workflows, SEO/SEM analysis, and executive KPI storytelling.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